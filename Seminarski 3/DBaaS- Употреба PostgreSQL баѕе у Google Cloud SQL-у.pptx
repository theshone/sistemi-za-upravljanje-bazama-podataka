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840" r:id="rId4"/>
  </p:sldMasterIdLst>
  <p:notesMasterIdLst>
    <p:notesMasterId r:id="rId24"/>
  </p:notesMasterIdLst>
  <p:handoutMasterIdLst>
    <p:handoutMasterId r:id="rId25"/>
  </p:handoutMasterIdLst>
  <p:sldIdLst>
    <p:sldId id="273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7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BE8299-DB41-44EB-9AF8-AB1DA8D5328C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D9541D17-FA18-4F57-A238-12EF0F396FF4}">
      <dgm:prSet phldrT="[Text]"/>
      <dgm:spPr/>
      <dgm:t>
        <a:bodyPr/>
        <a:lstStyle/>
        <a:p>
          <a:r>
            <a:rPr lang="en-US" dirty="0" err="1" smtClean="0"/>
            <a:t>Iaas</a:t>
          </a:r>
          <a:r>
            <a:rPr lang="en-US" dirty="0" smtClean="0"/>
            <a:t> - </a:t>
          </a:r>
          <a:r>
            <a:rPr lang="sr-Cyrl-RS" dirty="0" smtClean="0"/>
            <a:t>Инфраструктура</a:t>
          </a:r>
          <a:endParaRPr lang="en-US" dirty="0"/>
        </a:p>
      </dgm:t>
    </dgm:pt>
    <dgm:pt modelId="{56AE89B6-0949-4FB1-9C6F-C6DA7D40E2B4}" type="parTrans" cxnId="{5077E8D5-4733-4A0C-A338-80F14D01E3DC}">
      <dgm:prSet/>
      <dgm:spPr/>
      <dgm:t>
        <a:bodyPr/>
        <a:lstStyle/>
        <a:p>
          <a:endParaRPr lang="en-US"/>
        </a:p>
      </dgm:t>
    </dgm:pt>
    <dgm:pt modelId="{2F0B0CA3-0397-4FC9-B732-5561165B1CC4}" type="sibTrans" cxnId="{5077E8D5-4733-4A0C-A338-80F14D01E3DC}">
      <dgm:prSet/>
      <dgm:spPr/>
      <dgm:t>
        <a:bodyPr/>
        <a:lstStyle/>
        <a:p>
          <a:endParaRPr lang="en-US"/>
        </a:p>
      </dgm:t>
    </dgm:pt>
    <dgm:pt modelId="{5FEE74A0-6AA7-4A19-A8FE-0B3CD08ACA50}">
      <dgm:prSet phldrT="[Text]"/>
      <dgm:spPr/>
      <dgm:t>
        <a:bodyPr/>
        <a:lstStyle/>
        <a:p>
          <a:r>
            <a:rPr lang="sr-Cyrl-RS" dirty="0" smtClean="0"/>
            <a:t>Виртуелни сервери, мрежа, складиште. </a:t>
          </a:r>
          <a:endParaRPr lang="en-US" dirty="0"/>
        </a:p>
      </dgm:t>
    </dgm:pt>
    <dgm:pt modelId="{7BE4527B-0EAD-47B2-B5E9-B2778CA5436C}" type="parTrans" cxnId="{3ADED07B-AB95-437E-880C-726DEBA80C48}">
      <dgm:prSet/>
      <dgm:spPr/>
      <dgm:t>
        <a:bodyPr/>
        <a:lstStyle/>
        <a:p>
          <a:endParaRPr lang="en-US"/>
        </a:p>
      </dgm:t>
    </dgm:pt>
    <dgm:pt modelId="{848296E6-3349-453B-9F08-54AD4E728929}" type="sibTrans" cxnId="{3ADED07B-AB95-437E-880C-726DEBA80C48}">
      <dgm:prSet/>
      <dgm:spPr/>
      <dgm:t>
        <a:bodyPr/>
        <a:lstStyle/>
        <a:p>
          <a:endParaRPr lang="en-US"/>
        </a:p>
      </dgm:t>
    </dgm:pt>
    <dgm:pt modelId="{5C9C43AF-E2E8-4B1E-8FB0-E53B9E251883}">
      <dgm:prSet phldrT="[Text]"/>
      <dgm:spPr/>
      <dgm:t>
        <a:bodyPr/>
        <a:lstStyle/>
        <a:p>
          <a:r>
            <a:rPr lang="sr-Cyrl-RS" dirty="0" smtClean="0"/>
            <a:t>Корисник упшравља ОС-ом и софтвером</a:t>
          </a:r>
          <a:endParaRPr lang="en-US" dirty="0"/>
        </a:p>
      </dgm:t>
    </dgm:pt>
    <dgm:pt modelId="{C244F5F3-2A4E-4CF2-A9E4-0E87715F539D}" type="parTrans" cxnId="{B90FA3DB-7001-4DF1-82C2-2F1AC36AC159}">
      <dgm:prSet/>
      <dgm:spPr/>
      <dgm:t>
        <a:bodyPr/>
        <a:lstStyle/>
        <a:p>
          <a:endParaRPr lang="en-US"/>
        </a:p>
      </dgm:t>
    </dgm:pt>
    <dgm:pt modelId="{C675BA37-B20D-4DF9-B8F9-1E0A68C4092C}" type="sibTrans" cxnId="{B90FA3DB-7001-4DF1-82C2-2F1AC36AC159}">
      <dgm:prSet/>
      <dgm:spPr/>
      <dgm:t>
        <a:bodyPr/>
        <a:lstStyle/>
        <a:p>
          <a:endParaRPr lang="en-US"/>
        </a:p>
      </dgm:t>
    </dgm:pt>
    <dgm:pt modelId="{38386761-EE45-42FA-BD1A-E0B4FA7856EB}">
      <dgm:prSet phldrT="[Text]"/>
      <dgm:spPr/>
      <dgm:t>
        <a:bodyPr/>
        <a:lstStyle/>
        <a:p>
          <a:r>
            <a:rPr lang="en-US" dirty="0" err="1" smtClean="0"/>
            <a:t>Paas</a:t>
          </a:r>
          <a:r>
            <a:rPr lang="en-US" dirty="0" smtClean="0"/>
            <a:t> - </a:t>
          </a:r>
          <a:r>
            <a:rPr lang="sr-Cyrl-RS" dirty="0" smtClean="0"/>
            <a:t>Платформа</a:t>
          </a:r>
          <a:endParaRPr lang="en-US" dirty="0"/>
        </a:p>
      </dgm:t>
    </dgm:pt>
    <dgm:pt modelId="{C3AB4F84-1F57-4541-988D-C403AC2376DE}" type="parTrans" cxnId="{EDD784A2-E8FE-44E3-B8B9-5A03C0E1CD39}">
      <dgm:prSet/>
      <dgm:spPr/>
      <dgm:t>
        <a:bodyPr/>
        <a:lstStyle/>
        <a:p>
          <a:endParaRPr lang="en-US"/>
        </a:p>
      </dgm:t>
    </dgm:pt>
    <dgm:pt modelId="{30C455A8-C8C2-46A3-8974-8BB7C141D807}" type="sibTrans" cxnId="{EDD784A2-E8FE-44E3-B8B9-5A03C0E1CD39}">
      <dgm:prSet/>
      <dgm:spPr/>
      <dgm:t>
        <a:bodyPr/>
        <a:lstStyle/>
        <a:p>
          <a:endParaRPr lang="en-US"/>
        </a:p>
      </dgm:t>
    </dgm:pt>
    <dgm:pt modelId="{E436F2AA-33E8-4ACD-B262-4BCD4F7D36C4}">
      <dgm:prSet phldrT="[Text]"/>
      <dgm:spPr/>
      <dgm:t>
        <a:bodyPr/>
        <a:lstStyle/>
        <a:p>
          <a:r>
            <a:rPr lang="sr-Cyrl-RS" dirty="0" smtClean="0"/>
            <a:t>Развој и покретање апликација без управљања инфраструктуром. </a:t>
          </a:r>
          <a:endParaRPr lang="en-US" dirty="0"/>
        </a:p>
      </dgm:t>
    </dgm:pt>
    <dgm:pt modelId="{037DB25C-952D-4FE7-A9AD-4B1C6C1C5DEF}" type="parTrans" cxnId="{9F979177-0076-4017-9B52-C75C8E4D1F7C}">
      <dgm:prSet/>
      <dgm:spPr/>
      <dgm:t>
        <a:bodyPr/>
        <a:lstStyle/>
        <a:p>
          <a:endParaRPr lang="en-US"/>
        </a:p>
      </dgm:t>
    </dgm:pt>
    <dgm:pt modelId="{C8E76E2E-C086-41E3-8C94-2FF21C5AC54D}" type="sibTrans" cxnId="{9F979177-0076-4017-9B52-C75C8E4D1F7C}">
      <dgm:prSet/>
      <dgm:spPr/>
      <dgm:t>
        <a:bodyPr/>
        <a:lstStyle/>
        <a:p>
          <a:endParaRPr lang="en-US"/>
        </a:p>
      </dgm:t>
    </dgm:pt>
    <dgm:pt modelId="{03455472-268E-48FE-BBA4-70F20D2C9515}">
      <dgm:prSet phldrT="[Text]"/>
      <dgm:spPr/>
      <dgm:t>
        <a:bodyPr/>
        <a:lstStyle/>
        <a:p>
          <a:r>
            <a:rPr lang="sr-Cyrl-RS" dirty="0" smtClean="0"/>
            <a:t>Велика флексибилност</a:t>
          </a:r>
          <a:endParaRPr lang="en-US" dirty="0"/>
        </a:p>
      </dgm:t>
    </dgm:pt>
    <dgm:pt modelId="{FC93D9F8-49A7-43AA-A2EC-D3E81E0202EB}" type="parTrans" cxnId="{0830288E-8E74-484A-86EC-0865C061EC6D}">
      <dgm:prSet/>
      <dgm:spPr/>
      <dgm:t>
        <a:bodyPr/>
        <a:lstStyle/>
        <a:p>
          <a:endParaRPr lang="en-US"/>
        </a:p>
      </dgm:t>
    </dgm:pt>
    <dgm:pt modelId="{EF887718-9667-4A3C-9A0B-CE1F16B89B84}" type="sibTrans" cxnId="{0830288E-8E74-484A-86EC-0865C061EC6D}">
      <dgm:prSet/>
      <dgm:spPr/>
      <dgm:t>
        <a:bodyPr/>
        <a:lstStyle/>
        <a:p>
          <a:endParaRPr lang="en-US"/>
        </a:p>
      </dgm:t>
    </dgm:pt>
    <dgm:pt modelId="{98877B1C-A49B-48A5-9296-F37770FCC5F2}">
      <dgm:prSet phldrT="[Text]"/>
      <dgm:spPr/>
      <dgm:t>
        <a:bodyPr/>
        <a:lstStyle/>
        <a:p>
          <a:r>
            <a:rPr lang="sr-Cyrl-RS" dirty="0" smtClean="0"/>
            <a:t>Фокус на код, не на сервере</a:t>
          </a:r>
          <a:endParaRPr lang="en-US" dirty="0"/>
        </a:p>
      </dgm:t>
    </dgm:pt>
    <dgm:pt modelId="{AD68EE12-EEF4-4E4C-9747-F8EEF952DE16}" type="parTrans" cxnId="{54321233-3D34-4B09-8F43-23836BF1DA6E}">
      <dgm:prSet/>
      <dgm:spPr/>
      <dgm:t>
        <a:bodyPr/>
        <a:lstStyle/>
        <a:p>
          <a:endParaRPr lang="en-US"/>
        </a:p>
      </dgm:t>
    </dgm:pt>
    <dgm:pt modelId="{ABBBCC1A-580B-4268-A12E-3569CC69EA32}" type="sibTrans" cxnId="{54321233-3D34-4B09-8F43-23836BF1DA6E}">
      <dgm:prSet/>
      <dgm:spPr/>
      <dgm:t>
        <a:bodyPr/>
        <a:lstStyle/>
        <a:p>
          <a:endParaRPr lang="en-US"/>
        </a:p>
      </dgm:t>
    </dgm:pt>
    <dgm:pt modelId="{38DA27CA-593F-4330-AA7A-FF044BE1C728}" type="pres">
      <dgm:prSet presAssocID="{1FBE8299-DB41-44EB-9AF8-AB1DA8D5328C}" presName="Name0" presStyleCnt="0">
        <dgm:presLayoutVars>
          <dgm:dir/>
          <dgm:animLvl val="lvl"/>
          <dgm:resizeHandles val="exact"/>
        </dgm:presLayoutVars>
      </dgm:prSet>
      <dgm:spPr/>
    </dgm:pt>
    <dgm:pt modelId="{7A66F23A-47AB-4FC2-B3A0-5C61C99A9589}" type="pres">
      <dgm:prSet presAssocID="{D9541D17-FA18-4F57-A238-12EF0F396FF4}" presName="composite" presStyleCnt="0"/>
      <dgm:spPr/>
    </dgm:pt>
    <dgm:pt modelId="{A6F98849-BC7C-4F3E-90E6-031D977D2B66}" type="pres">
      <dgm:prSet presAssocID="{D9541D17-FA18-4F57-A238-12EF0F396FF4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ACA700-28CC-4E64-956A-57721C8CAC6E}" type="pres">
      <dgm:prSet presAssocID="{D9541D17-FA18-4F57-A238-12EF0F396FF4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17349A-79B2-419D-A1C6-6A05D107C090}" type="pres">
      <dgm:prSet presAssocID="{2F0B0CA3-0397-4FC9-B732-5561165B1CC4}" presName="space" presStyleCnt="0"/>
      <dgm:spPr/>
    </dgm:pt>
    <dgm:pt modelId="{43B8DF7C-89C5-4917-A511-070532BE51EB}" type="pres">
      <dgm:prSet presAssocID="{38386761-EE45-42FA-BD1A-E0B4FA7856EB}" presName="composite" presStyleCnt="0"/>
      <dgm:spPr/>
    </dgm:pt>
    <dgm:pt modelId="{00C2A423-79C7-47D6-9C3D-BBFFA0BC9B72}" type="pres">
      <dgm:prSet presAssocID="{38386761-EE45-42FA-BD1A-E0B4FA7856EB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757D0E-2116-4C01-8332-D0E36B969C19}" type="pres">
      <dgm:prSet presAssocID="{38386761-EE45-42FA-BD1A-E0B4FA7856EB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7A54DC1-F49A-4972-88E4-9F6E1006FAB9}" type="presOf" srcId="{5C9C43AF-E2E8-4B1E-8FB0-E53B9E251883}" destId="{8DACA700-28CC-4E64-956A-57721C8CAC6E}" srcOrd="0" destOrd="1" presId="urn:microsoft.com/office/officeart/2005/8/layout/hList1"/>
    <dgm:cxn modelId="{3ADED07B-AB95-437E-880C-726DEBA80C48}" srcId="{D9541D17-FA18-4F57-A238-12EF0F396FF4}" destId="{5FEE74A0-6AA7-4A19-A8FE-0B3CD08ACA50}" srcOrd="0" destOrd="0" parTransId="{7BE4527B-0EAD-47B2-B5E9-B2778CA5436C}" sibTransId="{848296E6-3349-453B-9F08-54AD4E728929}"/>
    <dgm:cxn modelId="{80638EBB-3EE0-4ECA-BC38-593C51F489FB}" type="presOf" srcId="{03455472-268E-48FE-BBA4-70F20D2C9515}" destId="{8DACA700-28CC-4E64-956A-57721C8CAC6E}" srcOrd="0" destOrd="2" presId="urn:microsoft.com/office/officeart/2005/8/layout/hList1"/>
    <dgm:cxn modelId="{24F880CD-B99A-41C9-A6C1-D8CD642E14A4}" type="presOf" srcId="{E436F2AA-33E8-4ACD-B262-4BCD4F7D36C4}" destId="{C8757D0E-2116-4C01-8332-D0E36B969C19}" srcOrd="0" destOrd="0" presId="urn:microsoft.com/office/officeart/2005/8/layout/hList1"/>
    <dgm:cxn modelId="{5077E8D5-4733-4A0C-A338-80F14D01E3DC}" srcId="{1FBE8299-DB41-44EB-9AF8-AB1DA8D5328C}" destId="{D9541D17-FA18-4F57-A238-12EF0F396FF4}" srcOrd="0" destOrd="0" parTransId="{56AE89B6-0949-4FB1-9C6F-C6DA7D40E2B4}" sibTransId="{2F0B0CA3-0397-4FC9-B732-5561165B1CC4}"/>
    <dgm:cxn modelId="{00BBED2B-9882-49CE-8D2F-251326007C39}" type="presOf" srcId="{D9541D17-FA18-4F57-A238-12EF0F396FF4}" destId="{A6F98849-BC7C-4F3E-90E6-031D977D2B66}" srcOrd="0" destOrd="0" presId="urn:microsoft.com/office/officeart/2005/8/layout/hList1"/>
    <dgm:cxn modelId="{54321233-3D34-4B09-8F43-23836BF1DA6E}" srcId="{38386761-EE45-42FA-BD1A-E0B4FA7856EB}" destId="{98877B1C-A49B-48A5-9296-F37770FCC5F2}" srcOrd="1" destOrd="0" parTransId="{AD68EE12-EEF4-4E4C-9747-F8EEF952DE16}" sibTransId="{ABBBCC1A-580B-4268-A12E-3569CC69EA32}"/>
    <dgm:cxn modelId="{0830288E-8E74-484A-86EC-0865C061EC6D}" srcId="{D9541D17-FA18-4F57-A238-12EF0F396FF4}" destId="{03455472-268E-48FE-BBA4-70F20D2C9515}" srcOrd="2" destOrd="0" parTransId="{FC93D9F8-49A7-43AA-A2EC-D3E81E0202EB}" sibTransId="{EF887718-9667-4A3C-9A0B-CE1F16B89B84}"/>
    <dgm:cxn modelId="{A93ACE04-7EA9-4FAE-98C7-6CCE0E3BC672}" type="presOf" srcId="{1FBE8299-DB41-44EB-9AF8-AB1DA8D5328C}" destId="{38DA27CA-593F-4330-AA7A-FF044BE1C728}" srcOrd="0" destOrd="0" presId="urn:microsoft.com/office/officeart/2005/8/layout/hList1"/>
    <dgm:cxn modelId="{E928FCA5-4F22-4C6F-BBEE-04C81AA3A1EE}" type="presOf" srcId="{38386761-EE45-42FA-BD1A-E0B4FA7856EB}" destId="{00C2A423-79C7-47D6-9C3D-BBFFA0BC9B72}" srcOrd="0" destOrd="0" presId="urn:microsoft.com/office/officeart/2005/8/layout/hList1"/>
    <dgm:cxn modelId="{B90FA3DB-7001-4DF1-82C2-2F1AC36AC159}" srcId="{D9541D17-FA18-4F57-A238-12EF0F396FF4}" destId="{5C9C43AF-E2E8-4B1E-8FB0-E53B9E251883}" srcOrd="1" destOrd="0" parTransId="{C244F5F3-2A4E-4CF2-A9E4-0E87715F539D}" sibTransId="{C675BA37-B20D-4DF9-B8F9-1E0A68C4092C}"/>
    <dgm:cxn modelId="{9F979177-0076-4017-9B52-C75C8E4D1F7C}" srcId="{38386761-EE45-42FA-BD1A-E0B4FA7856EB}" destId="{E436F2AA-33E8-4ACD-B262-4BCD4F7D36C4}" srcOrd="0" destOrd="0" parTransId="{037DB25C-952D-4FE7-A9AD-4B1C6C1C5DEF}" sibTransId="{C8E76E2E-C086-41E3-8C94-2FF21C5AC54D}"/>
    <dgm:cxn modelId="{EDD784A2-E8FE-44E3-B8B9-5A03C0E1CD39}" srcId="{1FBE8299-DB41-44EB-9AF8-AB1DA8D5328C}" destId="{38386761-EE45-42FA-BD1A-E0B4FA7856EB}" srcOrd="1" destOrd="0" parTransId="{C3AB4F84-1F57-4541-988D-C403AC2376DE}" sibTransId="{30C455A8-C8C2-46A3-8974-8BB7C141D807}"/>
    <dgm:cxn modelId="{B7D4478C-001B-42E2-88E4-AAAC36ABB1C2}" type="presOf" srcId="{5FEE74A0-6AA7-4A19-A8FE-0B3CD08ACA50}" destId="{8DACA700-28CC-4E64-956A-57721C8CAC6E}" srcOrd="0" destOrd="0" presId="urn:microsoft.com/office/officeart/2005/8/layout/hList1"/>
    <dgm:cxn modelId="{0F89A8A5-C73A-4BF9-A20A-F0C7552558F9}" type="presOf" srcId="{98877B1C-A49B-48A5-9296-F37770FCC5F2}" destId="{C8757D0E-2116-4C01-8332-D0E36B969C19}" srcOrd="0" destOrd="1" presId="urn:microsoft.com/office/officeart/2005/8/layout/hList1"/>
    <dgm:cxn modelId="{8721744D-2C13-41C2-B3B3-7514E3533DF7}" type="presParOf" srcId="{38DA27CA-593F-4330-AA7A-FF044BE1C728}" destId="{7A66F23A-47AB-4FC2-B3A0-5C61C99A9589}" srcOrd="0" destOrd="0" presId="urn:microsoft.com/office/officeart/2005/8/layout/hList1"/>
    <dgm:cxn modelId="{1A0D0498-06D1-4454-A9B8-E13B9F24939F}" type="presParOf" srcId="{7A66F23A-47AB-4FC2-B3A0-5C61C99A9589}" destId="{A6F98849-BC7C-4F3E-90E6-031D977D2B66}" srcOrd="0" destOrd="0" presId="urn:microsoft.com/office/officeart/2005/8/layout/hList1"/>
    <dgm:cxn modelId="{25C3AE5A-5FD9-4F0A-B906-AFF6D2E23DE8}" type="presParOf" srcId="{7A66F23A-47AB-4FC2-B3A0-5C61C99A9589}" destId="{8DACA700-28CC-4E64-956A-57721C8CAC6E}" srcOrd="1" destOrd="0" presId="urn:microsoft.com/office/officeart/2005/8/layout/hList1"/>
    <dgm:cxn modelId="{9E3C56EB-1665-45BA-B33A-70403D05436D}" type="presParOf" srcId="{38DA27CA-593F-4330-AA7A-FF044BE1C728}" destId="{B417349A-79B2-419D-A1C6-6A05D107C090}" srcOrd="1" destOrd="0" presId="urn:microsoft.com/office/officeart/2005/8/layout/hList1"/>
    <dgm:cxn modelId="{23FA3E26-3A31-4C40-81C2-BE88BA7D6A46}" type="presParOf" srcId="{38DA27CA-593F-4330-AA7A-FF044BE1C728}" destId="{43B8DF7C-89C5-4917-A511-070532BE51EB}" srcOrd="2" destOrd="0" presId="urn:microsoft.com/office/officeart/2005/8/layout/hList1"/>
    <dgm:cxn modelId="{8B7EAE4A-836C-45FD-B782-79CF86DBE350}" type="presParOf" srcId="{43B8DF7C-89C5-4917-A511-070532BE51EB}" destId="{00C2A423-79C7-47D6-9C3D-BBFFA0BC9B72}" srcOrd="0" destOrd="0" presId="urn:microsoft.com/office/officeart/2005/8/layout/hList1"/>
    <dgm:cxn modelId="{DB534585-4CF1-4B66-A2C0-1E34DC17E678}" type="presParOf" srcId="{43B8DF7C-89C5-4917-A511-070532BE51EB}" destId="{C8757D0E-2116-4C01-8332-D0E36B969C1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BE8299-DB41-44EB-9AF8-AB1DA8D5328C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D9541D17-FA18-4F57-A238-12EF0F396FF4}">
      <dgm:prSet phldrT="[Text]"/>
      <dgm:spPr/>
      <dgm:t>
        <a:bodyPr/>
        <a:lstStyle/>
        <a:p>
          <a:r>
            <a:rPr lang="sr-Latn-RS" dirty="0" smtClean="0"/>
            <a:t>Saa</a:t>
          </a:r>
          <a:r>
            <a:rPr lang="en-US" dirty="0" smtClean="0"/>
            <a:t>S</a:t>
          </a:r>
          <a:r>
            <a:rPr lang="sr-Latn-RS" dirty="0" smtClean="0"/>
            <a:t> - </a:t>
          </a:r>
          <a:r>
            <a:rPr lang="sr-Cyrl-RS" dirty="0" smtClean="0"/>
            <a:t>Софтвер</a:t>
          </a:r>
          <a:endParaRPr lang="en-US" dirty="0"/>
        </a:p>
      </dgm:t>
    </dgm:pt>
    <dgm:pt modelId="{56AE89B6-0949-4FB1-9C6F-C6DA7D40E2B4}" type="parTrans" cxnId="{5077E8D5-4733-4A0C-A338-80F14D01E3DC}">
      <dgm:prSet/>
      <dgm:spPr/>
      <dgm:t>
        <a:bodyPr/>
        <a:lstStyle/>
        <a:p>
          <a:endParaRPr lang="en-US"/>
        </a:p>
      </dgm:t>
    </dgm:pt>
    <dgm:pt modelId="{2F0B0CA3-0397-4FC9-B732-5561165B1CC4}" type="sibTrans" cxnId="{5077E8D5-4733-4A0C-A338-80F14D01E3DC}">
      <dgm:prSet/>
      <dgm:spPr/>
      <dgm:t>
        <a:bodyPr/>
        <a:lstStyle/>
        <a:p>
          <a:endParaRPr lang="en-US"/>
        </a:p>
      </dgm:t>
    </dgm:pt>
    <dgm:pt modelId="{5FEE74A0-6AA7-4A19-A8FE-0B3CD08ACA50}">
      <dgm:prSet phldrT="[Text]"/>
      <dgm:spPr/>
      <dgm:t>
        <a:bodyPr/>
        <a:lstStyle/>
        <a:p>
          <a:r>
            <a:rPr lang="sr-Cyrl-RS" dirty="0" smtClean="0"/>
            <a:t>Апликација преко </a:t>
          </a:r>
          <a:r>
            <a:rPr lang="en-US" dirty="0" err="1" smtClean="0"/>
            <a:t>browsera</a:t>
          </a:r>
          <a:endParaRPr lang="en-US" dirty="0"/>
        </a:p>
      </dgm:t>
    </dgm:pt>
    <dgm:pt modelId="{7BE4527B-0EAD-47B2-B5E9-B2778CA5436C}" type="parTrans" cxnId="{3ADED07B-AB95-437E-880C-726DEBA80C48}">
      <dgm:prSet/>
      <dgm:spPr/>
      <dgm:t>
        <a:bodyPr/>
        <a:lstStyle/>
        <a:p>
          <a:endParaRPr lang="en-US"/>
        </a:p>
      </dgm:t>
    </dgm:pt>
    <dgm:pt modelId="{848296E6-3349-453B-9F08-54AD4E728929}" type="sibTrans" cxnId="{3ADED07B-AB95-437E-880C-726DEBA80C48}">
      <dgm:prSet/>
      <dgm:spPr/>
      <dgm:t>
        <a:bodyPr/>
        <a:lstStyle/>
        <a:p>
          <a:endParaRPr lang="en-US"/>
        </a:p>
      </dgm:t>
    </dgm:pt>
    <dgm:pt modelId="{5C9C43AF-E2E8-4B1E-8FB0-E53B9E251883}">
      <dgm:prSet phldrT="[Text]"/>
      <dgm:spPr/>
      <dgm:t>
        <a:bodyPr/>
        <a:lstStyle/>
        <a:p>
          <a:r>
            <a:rPr lang="sr-Cyrl-RS" dirty="0" smtClean="0"/>
            <a:t>Провајдер управља свиме – инфраструктуром, платформом и апликацијом</a:t>
          </a:r>
          <a:endParaRPr lang="en-US" dirty="0"/>
        </a:p>
      </dgm:t>
    </dgm:pt>
    <dgm:pt modelId="{C244F5F3-2A4E-4CF2-A9E4-0E87715F539D}" type="parTrans" cxnId="{B90FA3DB-7001-4DF1-82C2-2F1AC36AC159}">
      <dgm:prSet/>
      <dgm:spPr/>
      <dgm:t>
        <a:bodyPr/>
        <a:lstStyle/>
        <a:p>
          <a:endParaRPr lang="en-US"/>
        </a:p>
      </dgm:t>
    </dgm:pt>
    <dgm:pt modelId="{C675BA37-B20D-4DF9-B8F9-1E0A68C4092C}" type="sibTrans" cxnId="{B90FA3DB-7001-4DF1-82C2-2F1AC36AC159}">
      <dgm:prSet/>
      <dgm:spPr/>
      <dgm:t>
        <a:bodyPr/>
        <a:lstStyle/>
        <a:p>
          <a:endParaRPr lang="en-US"/>
        </a:p>
      </dgm:t>
    </dgm:pt>
    <dgm:pt modelId="{38386761-EE45-42FA-BD1A-E0B4FA7856EB}">
      <dgm:prSet phldrT="[Text]"/>
      <dgm:spPr/>
      <dgm:t>
        <a:bodyPr/>
        <a:lstStyle/>
        <a:p>
          <a:r>
            <a:rPr lang="en-US" dirty="0" err="1" smtClean="0"/>
            <a:t>DBaaS</a:t>
          </a:r>
          <a:r>
            <a:rPr lang="en-US" dirty="0" smtClean="0"/>
            <a:t> </a:t>
          </a:r>
          <a:r>
            <a:rPr lang="sr-Cyrl-RS" dirty="0" smtClean="0"/>
            <a:t>– База као сервис</a:t>
          </a:r>
          <a:endParaRPr lang="en-US" dirty="0"/>
        </a:p>
      </dgm:t>
    </dgm:pt>
    <dgm:pt modelId="{C3AB4F84-1F57-4541-988D-C403AC2376DE}" type="parTrans" cxnId="{EDD784A2-E8FE-44E3-B8B9-5A03C0E1CD39}">
      <dgm:prSet/>
      <dgm:spPr/>
      <dgm:t>
        <a:bodyPr/>
        <a:lstStyle/>
        <a:p>
          <a:endParaRPr lang="en-US"/>
        </a:p>
      </dgm:t>
    </dgm:pt>
    <dgm:pt modelId="{30C455A8-C8C2-46A3-8974-8BB7C141D807}" type="sibTrans" cxnId="{EDD784A2-E8FE-44E3-B8B9-5A03C0E1CD39}">
      <dgm:prSet/>
      <dgm:spPr/>
      <dgm:t>
        <a:bodyPr/>
        <a:lstStyle/>
        <a:p>
          <a:endParaRPr lang="en-US"/>
        </a:p>
      </dgm:t>
    </dgm:pt>
    <dgm:pt modelId="{E436F2AA-33E8-4ACD-B262-4BCD4F7D36C4}">
      <dgm:prSet phldrT="[Text]"/>
      <dgm:spPr/>
      <dgm:t>
        <a:bodyPr/>
        <a:lstStyle/>
        <a:p>
          <a:r>
            <a:rPr lang="sr-Cyrl-RS" dirty="0" smtClean="0"/>
            <a:t>База података у </a:t>
          </a:r>
          <a:r>
            <a:rPr lang="en-US" dirty="0" smtClean="0"/>
            <a:t>cloud</a:t>
          </a:r>
          <a:r>
            <a:rPr lang="sr-Cyrl-RS" dirty="0" smtClean="0"/>
            <a:t>-у</a:t>
          </a:r>
          <a:endParaRPr lang="en-US" dirty="0"/>
        </a:p>
      </dgm:t>
    </dgm:pt>
    <dgm:pt modelId="{037DB25C-952D-4FE7-A9AD-4B1C6C1C5DEF}" type="parTrans" cxnId="{9F979177-0076-4017-9B52-C75C8E4D1F7C}">
      <dgm:prSet/>
      <dgm:spPr/>
      <dgm:t>
        <a:bodyPr/>
        <a:lstStyle/>
        <a:p>
          <a:endParaRPr lang="en-US"/>
        </a:p>
      </dgm:t>
    </dgm:pt>
    <dgm:pt modelId="{C8E76E2E-C086-41E3-8C94-2FF21C5AC54D}" type="sibTrans" cxnId="{9F979177-0076-4017-9B52-C75C8E4D1F7C}">
      <dgm:prSet/>
      <dgm:spPr/>
      <dgm:t>
        <a:bodyPr/>
        <a:lstStyle/>
        <a:p>
          <a:endParaRPr lang="en-US"/>
        </a:p>
      </dgm:t>
    </dgm:pt>
    <dgm:pt modelId="{8A4A5DC2-3C93-4D23-AC09-723823426B38}">
      <dgm:prSet phldrT="[Text]"/>
      <dgm:spPr/>
      <dgm:t>
        <a:bodyPr/>
        <a:lstStyle/>
        <a:p>
          <a:r>
            <a:rPr lang="sr-Cyrl-RS" dirty="0" smtClean="0"/>
            <a:t>Провајдер управља инсталацијом, </a:t>
          </a:r>
          <a:r>
            <a:rPr lang="en-US" dirty="0" smtClean="0"/>
            <a:t>backup</a:t>
          </a:r>
          <a:r>
            <a:rPr lang="sr-Cyrl-RS" dirty="0" smtClean="0"/>
            <a:t>-ом, скалирањем и безбедношћу</a:t>
          </a:r>
          <a:endParaRPr lang="en-US" dirty="0"/>
        </a:p>
      </dgm:t>
    </dgm:pt>
    <dgm:pt modelId="{6E7FF1C4-1381-449E-B8CD-7D480A4F77E0}" type="parTrans" cxnId="{513F5784-CB19-4289-9BDD-5B1C4746B6E3}">
      <dgm:prSet/>
      <dgm:spPr/>
      <dgm:t>
        <a:bodyPr/>
        <a:lstStyle/>
        <a:p>
          <a:endParaRPr lang="en-US"/>
        </a:p>
      </dgm:t>
    </dgm:pt>
    <dgm:pt modelId="{31F9D543-7A96-4BA4-A48A-D8C8E76E1FA5}" type="sibTrans" cxnId="{513F5784-CB19-4289-9BDD-5B1C4746B6E3}">
      <dgm:prSet/>
      <dgm:spPr/>
      <dgm:t>
        <a:bodyPr/>
        <a:lstStyle/>
        <a:p>
          <a:endParaRPr lang="en-US"/>
        </a:p>
      </dgm:t>
    </dgm:pt>
    <dgm:pt modelId="{38DA27CA-593F-4330-AA7A-FF044BE1C728}" type="pres">
      <dgm:prSet presAssocID="{1FBE8299-DB41-44EB-9AF8-AB1DA8D5328C}" presName="Name0" presStyleCnt="0">
        <dgm:presLayoutVars>
          <dgm:dir/>
          <dgm:animLvl val="lvl"/>
          <dgm:resizeHandles val="exact"/>
        </dgm:presLayoutVars>
      </dgm:prSet>
      <dgm:spPr/>
    </dgm:pt>
    <dgm:pt modelId="{7A66F23A-47AB-4FC2-B3A0-5C61C99A9589}" type="pres">
      <dgm:prSet presAssocID="{D9541D17-FA18-4F57-A238-12EF0F396FF4}" presName="composite" presStyleCnt="0"/>
      <dgm:spPr/>
    </dgm:pt>
    <dgm:pt modelId="{A6F98849-BC7C-4F3E-90E6-031D977D2B66}" type="pres">
      <dgm:prSet presAssocID="{D9541D17-FA18-4F57-A238-12EF0F396FF4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ACA700-28CC-4E64-956A-57721C8CAC6E}" type="pres">
      <dgm:prSet presAssocID="{D9541D17-FA18-4F57-A238-12EF0F396FF4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17349A-79B2-419D-A1C6-6A05D107C090}" type="pres">
      <dgm:prSet presAssocID="{2F0B0CA3-0397-4FC9-B732-5561165B1CC4}" presName="space" presStyleCnt="0"/>
      <dgm:spPr/>
    </dgm:pt>
    <dgm:pt modelId="{43B8DF7C-89C5-4917-A511-070532BE51EB}" type="pres">
      <dgm:prSet presAssocID="{38386761-EE45-42FA-BD1A-E0B4FA7856EB}" presName="composite" presStyleCnt="0"/>
      <dgm:spPr/>
    </dgm:pt>
    <dgm:pt modelId="{00C2A423-79C7-47D6-9C3D-BBFFA0BC9B72}" type="pres">
      <dgm:prSet presAssocID="{38386761-EE45-42FA-BD1A-E0B4FA7856EB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757D0E-2116-4C01-8332-D0E36B969C19}" type="pres">
      <dgm:prSet presAssocID="{38386761-EE45-42FA-BD1A-E0B4FA7856EB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7A54DC1-F49A-4972-88E4-9F6E1006FAB9}" type="presOf" srcId="{5C9C43AF-E2E8-4B1E-8FB0-E53B9E251883}" destId="{8DACA700-28CC-4E64-956A-57721C8CAC6E}" srcOrd="0" destOrd="1" presId="urn:microsoft.com/office/officeart/2005/8/layout/hList1"/>
    <dgm:cxn modelId="{3ADED07B-AB95-437E-880C-726DEBA80C48}" srcId="{D9541D17-FA18-4F57-A238-12EF0F396FF4}" destId="{5FEE74A0-6AA7-4A19-A8FE-0B3CD08ACA50}" srcOrd="0" destOrd="0" parTransId="{7BE4527B-0EAD-47B2-B5E9-B2778CA5436C}" sibTransId="{848296E6-3349-453B-9F08-54AD4E728929}"/>
    <dgm:cxn modelId="{F810895C-C53A-4005-9577-8F93F560B430}" type="presOf" srcId="{8A4A5DC2-3C93-4D23-AC09-723823426B38}" destId="{C8757D0E-2116-4C01-8332-D0E36B969C19}" srcOrd="0" destOrd="1" presId="urn:microsoft.com/office/officeart/2005/8/layout/hList1"/>
    <dgm:cxn modelId="{24F880CD-B99A-41C9-A6C1-D8CD642E14A4}" type="presOf" srcId="{E436F2AA-33E8-4ACD-B262-4BCD4F7D36C4}" destId="{C8757D0E-2116-4C01-8332-D0E36B969C19}" srcOrd="0" destOrd="0" presId="urn:microsoft.com/office/officeart/2005/8/layout/hList1"/>
    <dgm:cxn modelId="{5077E8D5-4733-4A0C-A338-80F14D01E3DC}" srcId="{1FBE8299-DB41-44EB-9AF8-AB1DA8D5328C}" destId="{D9541D17-FA18-4F57-A238-12EF0F396FF4}" srcOrd="0" destOrd="0" parTransId="{56AE89B6-0949-4FB1-9C6F-C6DA7D40E2B4}" sibTransId="{2F0B0CA3-0397-4FC9-B732-5561165B1CC4}"/>
    <dgm:cxn modelId="{00BBED2B-9882-49CE-8D2F-251326007C39}" type="presOf" srcId="{D9541D17-FA18-4F57-A238-12EF0F396FF4}" destId="{A6F98849-BC7C-4F3E-90E6-031D977D2B66}" srcOrd="0" destOrd="0" presId="urn:microsoft.com/office/officeart/2005/8/layout/hList1"/>
    <dgm:cxn modelId="{A93ACE04-7EA9-4FAE-98C7-6CCE0E3BC672}" type="presOf" srcId="{1FBE8299-DB41-44EB-9AF8-AB1DA8D5328C}" destId="{38DA27CA-593F-4330-AA7A-FF044BE1C728}" srcOrd="0" destOrd="0" presId="urn:microsoft.com/office/officeart/2005/8/layout/hList1"/>
    <dgm:cxn modelId="{B90FA3DB-7001-4DF1-82C2-2F1AC36AC159}" srcId="{D9541D17-FA18-4F57-A238-12EF0F396FF4}" destId="{5C9C43AF-E2E8-4B1E-8FB0-E53B9E251883}" srcOrd="1" destOrd="0" parTransId="{C244F5F3-2A4E-4CF2-A9E4-0E87715F539D}" sibTransId="{C675BA37-B20D-4DF9-B8F9-1E0A68C4092C}"/>
    <dgm:cxn modelId="{9F979177-0076-4017-9B52-C75C8E4D1F7C}" srcId="{38386761-EE45-42FA-BD1A-E0B4FA7856EB}" destId="{E436F2AA-33E8-4ACD-B262-4BCD4F7D36C4}" srcOrd="0" destOrd="0" parTransId="{037DB25C-952D-4FE7-A9AD-4B1C6C1C5DEF}" sibTransId="{C8E76E2E-C086-41E3-8C94-2FF21C5AC54D}"/>
    <dgm:cxn modelId="{E928FCA5-4F22-4C6F-BBEE-04C81AA3A1EE}" type="presOf" srcId="{38386761-EE45-42FA-BD1A-E0B4FA7856EB}" destId="{00C2A423-79C7-47D6-9C3D-BBFFA0BC9B72}" srcOrd="0" destOrd="0" presId="urn:microsoft.com/office/officeart/2005/8/layout/hList1"/>
    <dgm:cxn modelId="{EDD784A2-E8FE-44E3-B8B9-5A03C0E1CD39}" srcId="{1FBE8299-DB41-44EB-9AF8-AB1DA8D5328C}" destId="{38386761-EE45-42FA-BD1A-E0B4FA7856EB}" srcOrd="1" destOrd="0" parTransId="{C3AB4F84-1F57-4541-988D-C403AC2376DE}" sibTransId="{30C455A8-C8C2-46A3-8974-8BB7C141D807}"/>
    <dgm:cxn modelId="{B7D4478C-001B-42E2-88E4-AAAC36ABB1C2}" type="presOf" srcId="{5FEE74A0-6AA7-4A19-A8FE-0B3CD08ACA50}" destId="{8DACA700-28CC-4E64-956A-57721C8CAC6E}" srcOrd="0" destOrd="0" presId="urn:microsoft.com/office/officeart/2005/8/layout/hList1"/>
    <dgm:cxn modelId="{513F5784-CB19-4289-9BDD-5B1C4746B6E3}" srcId="{38386761-EE45-42FA-BD1A-E0B4FA7856EB}" destId="{8A4A5DC2-3C93-4D23-AC09-723823426B38}" srcOrd="1" destOrd="0" parTransId="{6E7FF1C4-1381-449E-B8CD-7D480A4F77E0}" sibTransId="{31F9D543-7A96-4BA4-A48A-D8C8E76E1FA5}"/>
    <dgm:cxn modelId="{8721744D-2C13-41C2-B3B3-7514E3533DF7}" type="presParOf" srcId="{38DA27CA-593F-4330-AA7A-FF044BE1C728}" destId="{7A66F23A-47AB-4FC2-B3A0-5C61C99A9589}" srcOrd="0" destOrd="0" presId="urn:microsoft.com/office/officeart/2005/8/layout/hList1"/>
    <dgm:cxn modelId="{1A0D0498-06D1-4454-A9B8-E13B9F24939F}" type="presParOf" srcId="{7A66F23A-47AB-4FC2-B3A0-5C61C99A9589}" destId="{A6F98849-BC7C-4F3E-90E6-031D977D2B66}" srcOrd="0" destOrd="0" presId="urn:microsoft.com/office/officeart/2005/8/layout/hList1"/>
    <dgm:cxn modelId="{25C3AE5A-5FD9-4F0A-B906-AFF6D2E23DE8}" type="presParOf" srcId="{7A66F23A-47AB-4FC2-B3A0-5C61C99A9589}" destId="{8DACA700-28CC-4E64-956A-57721C8CAC6E}" srcOrd="1" destOrd="0" presId="urn:microsoft.com/office/officeart/2005/8/layout/hList1"/>
    <dgm:cxn modelId="{9E3C56EB-1665-45BA-B33A-70403D05436D}" type="presParOf" srcId="{38DA27CA-593F-4330-AA7A-FF044BE1C728}" destId="{B417349A-79B2-419D-A1C6-6A05D107C090}" srcOrd="1" destOrd="0" presId="urn:microsoft.com/office/officeart/2005/8/layout/hList1"/>
    <dgm:cxn modelId="{23FA3E26-3A31-4C40-81C2-BE88BA7D6A46}" type="presParOf" srcId="{38DA27CA-593F-4330-AA7A-FF044BE1C728}" destId="{43B8DF7C-89C5-4917-A511-070532BE51EB}" srcOrd="2" destOrd="0" presId="urn:microsoft.com/office/officeart/2005/8/layout/hList1"/>
    <dgm:cxn modelId="{8B7EAE4A-836C-45FD-B782-79CF86DBE350}" type="presParOf" srcId="{43B8DF7C-89C5-4917-A511-070532BE51EB}" destId="{00C2A423-79C7-47D6-9C3D-BBFFA0BC9B72}" srcOrd="0" destOrd="0" presId="urn:microsoft.com/office/officeart/2005/8/layout/hList1"/>
    <dgm:cxn modelId="{DB534585-4CF1-4B66-A2C0-1E34DC17E678}" type="presParOf" srcId="{43B8DF7C-89C5-4917-A511-070532BE51EB}" destId="{C8757D0E-2116-4C01-8332-D0E36B969C1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FBE8299-DB41-44EB-9AF8-AB1DA8D5328C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D9541D17-FA18-4F57-A238-12EF0F396FF4}">
      <dgm:prSet phldrT="[Text]"/>
      <dgm:spPr/>
      <dgm:t>
        <a:bodyPr/>
        <a:lstStyle/>
        <a:p>
          <a:r>
            <a:rPr lang="en-US" dirty="0" smtClean="0"/>
            <a:t>Instance </a:t>
          </a:r>
          <a:r>
            <a:rPr lang="sr-Cyrl-RS" dirty="0" smtClean="0"/>
            <a:t>архитектура</a:t>
          </a:r>
          <a:endParaRPr lang="en-US" dirty="0"/>
        </a:p>
      </dgm:t>
    </dgm:pt>
    <dgm:pt modelId="{56AE89B6-0949-4FB1-9C6F-C6DA7D40E2B4}" type="parTrans" cxnId="{5077E8D5-4733-4A0C-A338-80F14D01E3DC}">
      <dgm:prSet/>
      <dgm:spPr/>
      <dgm:t>
        <a:bodyPr/>
        <a:lstStyle/>
        <a:p>
          <a:endParaRPr lang="en-US"/>
        </a:p>
      </dgm:t>
    </dgm:pt>
    <dgm:pt modelId="{2F0B0CA3-0397-4FC9-B732-5561165B1CC4}" type="sibTrans" cxnId="{5077E8D5-4733-4A0C-A338-80F14D01E3DC}">
      <dgm:prSet/>
      <dgm:spPr/>
      <dgm:t>
        <a:bodyPr/>
        <a:lstStyle/>
        <a:p>
          <a:endParaRPr lang="en-US"/>
        </a:p>
      </dgm:t>
    </dgm:pt>
    <dgm:pt modelId="{5FEE74A0-6AA7-4A19-A8FE-0B3CD08ACA50}">
      <dgm:prSet phldrT="[Text]"/>
      <dgm:spPr/>
      <dgm:t>
        <a:bodyPr/>
        <a:lstStyle/>
        <a:p>
          <a:r>
            <a:rPr lang="sr-Cyrl-RS" dirty="0" smtClean="0"/>
            <a:t>Логички сервер у </a:t>
          </a:r>
          <a:r>
            <a:rPr lang="en-US" dirty="0" smtClean="0"/>
            <a:t>Google data </a:t>
          </a:r>
          <a:r>
            <a:rPr lang="en-US" dirty="0" err="1" smtClean="0"/>
            <a:t>centru</a:t>
          </a:r>
          <a:r>
            <a:rPr lang="en-US" dirty="0" smtClean="0"/>
            <a:t>. </a:t>
          </a:r>
          <a:endParaRPr lang="en-US" dirty="0"/>
        </a:p>
      </dgm:t>
    </dgm:pt>
    <dgm:pt modelId="{7BE4527B-0EAD-47B2-B5E9-B2778CA5436C}" type="parTrans" cxnId="{3ADED07B-AB95-437E-880C-726DEBA80C48}">
      <dgm:prSet/>
      <dgm:spPr/>
      <dgm:t>
        <a:bodyPr/>
        <a:lstStyle/>
        <a:p>
          <a:endParaRPr lang="en-US"/>
        </a:p>
      </dgm:t>
    </dgm:pt>
    <dgm:pt modelId="{848296E6-3349-453B-9F08-54AD4E728929}" type="sibTrans" cxnId="{3ADED07B-AB95-437E-880C-726DEBA80C48}">
      <dgm:prSet/>
      <dgm:spPr/>
      <dgm:t>
        <a:bodyPr/>
        <a:lstStyle/>
        <a:p>
          <a:endParaRPr lang="en-US"/>
        </a:p>
      </dgm:t>
    </dgm:pt>
    <dgm:pt modelId="{38386761-EE45-42FA-BD1A-E0B4FA7856EB}">
      <dgm:prSet phldrT="[Text]"/>
      <dgm:spPr/>
      <dgm:t>
        <a:bodyPr/>
        <a:lstStyle/>
        <a:p>
          <a:r>
            <a:rPr lang="sr-Cyrl-RS" dirty="0" smtClean="0"/>
            <a:t>Репликација </a:t>
          </a:r>
          <a:r>
            <a:rPr lang="en-US" dirty="0" smtClean="0"/>
            <a:t>&amp; HA</a:t>
          </a:r>
          <a:endParaRPr lang="en-US" dirty="0"/>
        </a:p>
      </dgm:t>
    </dgm:pt>
    <dgm:pt modelId="{C3AB4F84-1F57-4541-988D-C403AC2376DE}" type="parTrans" cxnId="{EDD784A2-E8FE-44E3-B8B9-5A03C0E1CD39}">
      <dgm:prSet/>
      <dgm:spPr/>
      <dgm:t>
        <a:bodyPr/>
        <a:lstStyle/>
        <a:p>
          <a:endParaRPr lang="en-US"/>
        </a:p>
      </dgm:t>
    </dgm:pt>
    <dgm:pt modelId="{30C455A8-C8C2-46A3-8974-8BB7C141D807}" type="sibTrans" cxnId="{EDD784A2-E8FE-44E3-B8B9-5A03C0E1CD39}">
      <dgm:prSet/>
      <dgm:spPr/>
      <dgm:t>
        <a:bodyPr/>
        <a:lstStyle/>
        <a:p>
          <a:endParaRPr lang="en-US"/>
        </a:p>
      </dgm:t>
    </dgm:pt>
    <dgm:pt modelId="{E436F2AA-33E8-4ACD-B262-4BCD4F7D36C4}">
      <dgm:prSet phldrT="[Text]"/>
      <dgm:spPr/>
      <dgm:t>
        <a:bodyPr/>
        <a:lstStyle/>
        <a:p>
          <a:r>
            <a:rPr lang="en-US" dirty="0" smtClean="0"/>
            <a:t>Standby Instance </a:t>
          </a:r>
          <a:r>
            <a:rPr lang="sr-Cyrl-RS" dirty="0" smtClean="0"/>
            <a:t>у другој зони, аутоматски </a:t>
          </a:r>
          <a:r>
            <a:rPr lang="en-US" dirty="0" smtClean="0"/>
            <a:t>failover, read replicas</a:t>
          </a:r>
          <a:endParaRPr lang="en-US" dirty="0"/>
        </a:p>
      </dgm:t>
    </dgm:pt>
    <dgm:pt modelId="{037DB25C-952D-4FE7-A9AD-4B1C6C1C5DEF}" type="parTrans" cxnId="{9F979177-0076-4017-9B52-C75C8E4D1F7C}">
      <dgm:prSet/>
      <dgm:spPr/>
      <dgm:t>
        <a:bodyPr/>
        <a:lstStyle/>
        <a:p>
          <a:endParaRPr lang="en-US"/>
        </a:p>
      </dgm:t>
    </dgm:pt>
    <dgm:pt modelId="{C8E76E2E-C086-41E3-8C94-2FF21C5AC54D}" type="sibTrans" cxnId="{9F979177-0076-4017-9B52-C75C8E4D1F7C}">
      <dgm:prSet/>
      <dgm:spPr/>
      <dgm:t>
        <a:bodyPr/>
        <a:lstStyle/>
        <a:p>
          <a:endParaRPr lang="en-US"/>
        </a:p>
      </dgm:t>
    </dgm:pt>
    <dgm:pt modelId="{03455472-268E-48FE-BBA4-70F20D2C9515}">
      <dgm:prSet phldrT="[Text]"/>
      <dgm:spPr/>
      <dgm:t>
        <a:bodyPr/>
        <a:lstStyle/>
        <a:p>
          <a:r>
            <a:rPr lang="sr-Cyrl-RS" dirty="0" smtClean="0"/>
            <a:t>Корисник дефинише </a:t>
          </a:r>
          <a:r>
            <a:rPr lang="en-US" dirty="0" smtClean="0"/>
            <a:t>CPU</a:t>
          </a:r>
          <a:r>
            <a:rPr lang="sr-Cyrl-RS" dirty="0" smtClean="0"/>
            <a:t>, </a:t>
          </a:r>
          <a:r>
            <a:rPr lang="en-US" dirty="0" smtClean="0"/>
            <a:t>RAM, </a:t>
          </a:r>
          <a:r>
            <a:rPr lang="sr-Cyrl-RS" dirty="0" smtClean="0"/>
            <a:t>диск, регион</a:t>
          </a:r>
          <a:endParaRPr lang="en-US" dirty="0"/>
        </a:p>
      </dgm:t>
    </dgm:pt>
    <dgm:pt modelId="{FC93D9F8-49A7-43AA-A2EC-D3E81E0202EB}" type="parTrans" cxnId="{0830288E-8E74-484A-86EC-0865C061EC6D}">
      <dgm:prSet/>
      <dgm:spPr/>
      <dgm:t>
        <a:bodyPr/>
        <a:lstStyle/>
        <a:p>
          <a:endParaRPr lang="en-US"/>
        </a:p>
      </dgm:t>
    </dgm:pt>
    <dgm:pt modelId="{EF887718-9667-4A3C-9A0B-CE1F16B89B84}" type="sibTrans" cxnId="{0830288E-8E74-484A-86EC-0865C061EC6D}">
      <dgm:prSet/>
      <dgm:spPr/>
      <dgm:t>
        <a:bodyPr/>
        <a:lstStyle/>
        <a:p>
          <a:endParaRPr lang="en-US"/>
        </a:p>
      </dgm:t>
    </dgm:pt>
    <dgm:pt modelId="{38DA27CA-593F-4330-AA7A-FF044BE1C728}" type="pres">
      <dgm:prSet presAssocID="{1FBE8299-DB41-44EB-9AF8-AB1DA8D5328C}" presName="Name0" presStyleCnt="0">
        <dgm:presLayoutVars>
          <dgm:dir/>
          <dgm:animLvl val="lvl"/>
          <dgm:resizeHandles val="exact"/>
        </dgm:presLayoutVars>
      </dgm:prSet>
      <dgm:spPr/>
    </dgm:pt>
    <dgm:pt modelId="{7A66F23A-47AB-4FC2-B3A0-5C61C99A9589}" type="pres">
      <dgm:prSet presAssocID="{D9541D17-FA18-4F57-A238-12EF0F396FF4}" presName="composite" presStyleCnt="0"/>
      <dgm:spPr/>
    </dgm:pt>
    <dgm:pt modelId="{A6F98849-BC7C-4F3E-90E6-031D977D2B66}" type="pres">
      <dgm:prSet presAssocID="{D9541D17-FA18-4F57-A238-12EF0F396FF4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ACA700-28CC-4E64-956A-57721C8CAC6E}" type="pres">
      <dgm:prSet presAssocID="{D9541D17-FA18-4F57-A238-12EF0F396FF4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17349A-79B2-419D-A1C6-6A05D107C090}" type="pres">
      <dgm:prSet presAssocID="{2F0B0CA3-0397-4FC9-B732-5561165B1CC4}" presName="space" presStyleCnt="0"/>
      <dgm:spPr/>
    </dgm:pt>
    <dgm:pt modelId="{43B8DF7C-89C5-4917-A511-070532BE51EB}" type="pres">
      <dgm:prSet presAssocID="{38386761-EE45-42FA-BD1A-E0B4FA7856EB}" presName="composite" presStyleCnt="0"/>
      <dgm:spPr/>
    </dgm:pt>
    <dgm:pt modelId="{00C2A423-79C7-47D6-9C3D-BBFFA0BC9B72}" type="pres">
      <dgm:prSet presAssocID="{38386761-EE45-42FA-BD1A-E0B4FA7856EB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757D0E-2116-4C01-8332-D0E36B969C19}" type="pres">
      <dgm:prSet presAssocID="{38386761-EE45-42FA-BD1A-E0B4FA7856EB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077E8D5-4733-4A0C-A338-80F14D01E3DC}" srcId="{1FBE8299-DB41-44EB-9AF8-AB1DA8D5328C}" destId="{D9541D17-FA18-4F57-A238-12EF0F396FF4}" srcOrd="0" destOrd="0" parTransId="{56AE89B6-0949-4FB1-9C6F-C6DA7D40E2B4}" sibTransId="{2F0B0CA3-0397-4FC9-B732-5561165B1CC4}"/>
    <dgm:cxn modelId="{A93ACE04-7EA9-4FAE-98C7-6CCE0E3BC672}" type="presOf" srcId="{1FBE8299-DB41-44EB-9AF8-AB1DA8D5328C}" destId="{38DA27CA-593F-4330-AA7A-FF044BE1C728}" srcOrd="0" destOrd="0" presId="urn:microsoft.com/office/officeart/2005/8/layout/hList1"/>
    <dgm:cxn modelId="{B7D4478C-001B-42E2-88E4-AAAC36ABB1C2}" type="presOf" srcId="{5FEE74A0-6AA7-4A19-A8FE-0B3CD08ACA50}" destId="{8DACA700-28CC-4E64-956A-57721C8CAC6E}" srcOrd="0" destOrd="0" presId="urn:microsoft.com/office/officeart/2005/8/layout/hList1"/>
    <dgm:cxn modelId="{E928FCA5-4F22-4C6F-BBEE-04C81AA3A1EE}" type="presOf" srcId="{38386761-EE45-42FA-BD1A-E0B4FA7856EB}" destId="{00C2A423-79C7-47D6-9C3D-BBFFA0BC9B72}" srcOrd="0" destOrd="0" presId="urn:microsoft.com/office/officeart/2005/8/layout/hList1"/>
    <dgm:cxn modelId="{3ADED07B-AB95-437E-880C-726DEBA80C48}" srcId="{D9541D17-FA18-4F57-A238-12EF0F396FF4}" destId="{5FEE74A0-6AA7-4A19-A8FE-0B3CD08ACA50}" srcOrd="0" destOrd="0" parTransId="{7BE4527B-0EAD-47B2-B5E9-B2778CA5436C}" sibTransId="{848296E6-3349-453B-9F08-54AD4E728929}"/>
    <dgm:cxn modelId="{0830288E-8E74-484A-86EC-0865C061EC6D}" srcId="{D9541D17-FA18-4F57-A238-12EF0F396FF4}" destId="{03455472-268E-48FE-BBA4-70F20D2C9515}" srcOrd="1" destOrd="0" parTransId="{FC93D9F8-49A7-43AA-A2EC-D3E81E0202EB}" sibTransId="{EF887718-9667-4A3C-9A0B-CE1F16B89B84}"/>
    <dgm:cxn modelId="{EDD784A2-E8FE-44E3-B8B9-5A03C0E1CD39}" srcId="{1FBE8299-DB41-44EB-9AF8-AB1DA8D5328C}" destId="{38386761-EE45-42FA-BD1A-E0B4FA7856EB}" srcOrd="1" destOrd="0" parTransId="{C3AB4F84-1F57-4541-988D-C403AC2376DE}" sibTransId="{30C455A8-C8C2-46A3-8974-8BB7C141D807}"/>
    <dgm:cxn modelId="{80638EBB-3EE0-4ECA-BC38-593C51F489FB}" type="presOf" srcId="{03455472-268E-48FE-BBA4-70F20D2C9515}" destId="{8DACA700-28CC-4E64-956A-57721C8CAC6E}" srcOrd="0" destOrd="1" presId="urn:microsoft.com/office/officeart/2005/8/layout/hList1"/>
    <dgm:cxn modelId="{9F979177-0076-4017-9B52-C75C8E4D1F7C}" srcId="{38386761-EE45-42FA-BD1A-E0B4FA7856EB}" destId="{E436F2AA-33E8-4ACD-B262-4BCD4F7D36C4}" srcOrd="0" destOrd="0" parTransId="{037DB25C-952D-4FE7-A9AD-4B1C6C1C5DEF}" sibTransId="{C8E76E2E-C086-41E3-8C94-2FF21C5AC54D}"/>
    <dgm:cxn modelId="{24F880CD-B99A-41C9-A6C1-D8CD642E14A4}" type="presOf" srcId="{E436F2AA-33E8-4ACD-B262-4BCD4F7D36C4}" destId="{C8757D0E-2116-4C01-8332-D0E36B969C19}" srcOrd="0" destOrd="0" presId="urn:microsoft.com/office/officeart/2005/8/layout/hList1"/>
    <dgm:cxn modelId="{00BBED2B-9882-49CE-8D2F-251326007C39}" type="presOf" srcId="{D9541D17-FA18-4F57-A238-12EF0F396FF4}" destId="{A6F98849-BC7C-4F3E-90E6-031D977D2B66}" srcOrd="0" destOrd="0" presId="urn:microsoft.com/office/officeart/2005/8/layout/hList1"/>
    <dgm:cxn modelId="{8721744D-2C13-41C2-B3B3-7514E3533DF7}" type="presParOf" srcId="{38DA27CA-593F-4330-AA7A-FF044BE1C728}" destId="{7A66F23A-47AB-4FC2-B3A0-5C61C99A9589}" srcOrd="0" destOrd="0" presId="urn:microsoft.com/office/officeart/2005/8/layout/hList1"/>
    <dgm:cxn modelId="{1A0D0498-06D1-4454-A9B8-E13B9F24939F}" type="presParOf" srcId="{7A66F23A-47AB-4FC2-B3A0-5C61C99A9589}" destId="{A6F98849-BC7C-4F3E-90E6-031D977D2B66}" srcOrd="0" destOrd="0" presId="urn:microsoft.com/office/officeart/2005/8/layout/hList1"/>
    <dgm:cxn modelId="{25C3AE5A-5FD9-4F0A-B906-AFF6D2E23DE8}" type="presParOf" srcId="{7A66F23A-47AB-4FC2-B3A0-5C61C99A9589}" destId="{8DACA700-28CC-4E64-956A-57721C8CAC6E}" srcOrd="1" destOrd="0" presId="urn:microsoft.com/office/officeart/2005/8/layout/hList1"/>
    <dgm:cxn modelId="{9E3C56EB-1665-45BA-B33A-70403D05436D}" type="presParOf" srcId="{38DA27CA-593F-4330-AA7A-FF044BE1C728}" destId="{B417349A-79B2-419D-A1C6-6A05D107C090}" srcOrd="1" destOrd="0" presId="urn:microsoft.com/office/officeart/2005/8/layout/hList1"/>
    <dgm:cxn modelId="{23FA3E26-3A31-4C40-81C2-BE88BA7D6A46}" type="presParOf" srcId="{38DA27CA-593F-4330-AA7A-FF044BE1C728}" destId="{43B8DF7C-89C5-4917-A511-070532BE51EB}" srcOrd="2" destOrd="0" presId="urn:microsoft.com/office/officeart/2005/8/layout/hList1"/>
    <dgm:cxn modelId="{8B7EAE4A-836C-45FD-B782-79CF86DBE350}" type="presParOf" srcId="{43B8DF7C-89C5-4917-A511-070532BE51EB}" destId="{00C2A423-79C7-47D6-9C3D-BBFFA0BC9B72}" srcOrd="0" destOrd="0" presId="urn:microsoft.com/office/officeart/2005/8/layout/hList1"/>
    <dgm:cxn modelId="{DB534585-4CF1-4B66-A2C0-1E34DC17E678}" type="presParOf" srcId="{43B8DF7C-89C5-4917-A511-070532BE51EB}" destId="{C8757D0E-2116-4C01-8332-D0E36B969C1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FBE8299-DB41-44EB-9AF8-AB1DA8D5328C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D9541D17-FA18-4F57-A238-12EF0F396FF4}">
      <dgm:prSet phldrT="[Text]"/>
      <dgm:spPr/>
      <dgm:t>
        <a:bodyPr/>
        <a:lstStyle/>
        <a:p>
          <a:r>
            <a:rPr lang="en-US" dirty="0" smtClean="0"/>
            <a:t>Backup &amp; Recovery</a:t>
          </a:r>
          <a:endParaRPr lang="en-US" dirty="0"/>
        </a:p>
      </dgm:t>
    </dgm:pt>
    <dgm:pt modelId="{56AE89B6-0949-4FB1-9C6F-C6DA7D40E2B4}" type="parTrans" cxnId="{5077E8D5-4733-4A0C-A338-80F14D01E3DC}">
      <dgm:prSet/>
      <dgm:spPr/>
      <dgm:t>
        <a:bodyPr/>
        <a:lstStyle/>
        <a:p>
          <a:endParaRPr lang="en-US"/>
        </a:p>
      </dgm:t>
    </dgm:pt>
    <dgm:pt modelId="{2F0B0CA3-0397-4FC9-B732-5561165B1CC4}" type="sibTrans" cxnId="{5077E8D5-4733-4A0C-A338-80F14D01E3DC}">
      <dgm:prSet/>
      <dgm:spPr/>
      <dgm:t>
        <a:bodyPr/>
        <a:lstStyle/>
        <a:p>
          <a:endParaRPr lang="en-US"/>
        </a:p>
      </dgm:t>
    </dgm:pt>
    <dgm:pt modelId="{5FEE74A0-6AA7-4A19-A8FE-0B3CD08ACA50}">
      <dgm:prSet phldrT="[Text]"/>
      <dgm:spPr/>
      <dgm:t>
        <a:bodyPr/>
        <a:lstStyle/>
        <a:p>
          <a:r>
            <a:rPr lang="en-US" dirty="0" smtClean="0"/>
            <a:t>A</a:t>
          </a:r>
          <a:r>
            <a:rPr lang="sr-Cyrl-RS" dirty="0" smtClean="0"/>
            <a:t>утоматски и ручни </a:t>
          </a:r>
          <a:r>
            <a:rPr lang="en-US" dirty="0" smtClean="0"/>
            <a:t>backup</a:t>
          </a:r>
          <a:endParaRPr lang="en-US" dirty="0"/>
        </a:p>
      </dgm:t>
    </dgm:pt>
    <dgm:pt modelId="{7BE4527B-0EAD-47B2-B5E9-B2778CA5436C}" type="parTrans" cxnId="{3ADED07B-AB95-437E-880C-726DEBA80C48}">
      <dgm:prSet/>
      <dgm:spPr/>
      <dgm:t>
        <a:bodyPr/>
        <a:lstStyle/>
        <a:p>
          <a:endParaRPr lang="en-US"/>
        </a:p>
      </dgm:t>
    </dgm:pt>
    <dgm:pt modelId="{848296E6-3349-453B-9F08-54AD4E728929}" type="sibTrans" cxnId="{3ADED07B-AB95-437E-880C-726DEBA80C48}">
      <dgm:prSet/>
      <dgm:spPr/>
      <dgm:t>
        <a:bodyPr/>
        <a:lstStyle/>
        <a:p>
          <a:endParaRPr lang="en-US"/>
        </a:p>
      </dgm:t>
    </dgm:pt>
    <dgm:pt modelId="{38386761-EE45-42FA-BD1A-E0B4FA7856EB}">
      <dgm:prSet phldrT="[Text]"/>
      <dgm:spPr/>
      <dgm:t>
        <a:bodyPr/>
        <a:lstStyle/>
        <a:p>
          <a:r>
            <a:rPr lang="sr-Cyrl-RS" dirty="0" smtClean="0"/>
            <a:t>Безбедност и скалирање</a:t>
          </a:r>
          <a:endParaRPr lang="en-US" dirty="0"/>
        </a:p>
      </dgm:t>
    </dgm:pt>
    <dgm:pt modelId="{C3AB4F84-1F57-4541-988D-C403AC2376DE}" type="parTrans" cxnId="{EDD784A2-E8FE-44E3-B8B9-5A03C0E1CD39}">
      <dgm:prSet/>
      <dgm:spPr/>
      <dgm:t>
        <a:bodyPr/>
        <a:lstStyle/>
        <a:p>
          <a:endParaRPr lang="en-US"/>
        </a:p>
      </dgm:t>
    </dgm:pt>
    <dgm:pt modelId="{30C455A8-C8C2-46A3-8974-8BB7C141D807}" type="sibTrans" cxnId="{EDD784A2-E8FE-44E3-B8B9-5A03C0E1CD39}">
      <dgm:prSet/>
      <dgm:spPr/>
      <dgm:t>
        <a:bodyPr/>
        <a:lstStyle/>
        <a:p>
          <a:endParaRPr lang="en-US"/>
        </a:p>
      </dgm:t>
    </dgm:pt>
    <dgm:pt modelId="{E436F2AA-33E8-4ACD-B262-4BCD4F7D36C4}">
      <dgm:prSet phldrT="[Text]"/>
      <dgm:spPr/>
      <dgm:t>
        <a:bodyPr/>
        <a:lstStyle/>
        <a:p>
          <a:r>
            <a:rPr lang="en-US" dirty="0" smtClean="0"/>
            <a:t>SSL</a:t>
          </a:r>
          <a:r>
            <a:rPr lang="sr-Cyrl-RS" dirty="0" smtClean="0"/>
            <a:t> енкрипција, </a:t>
          </a:r>
          <a:r>
            <a:rPr lang="en-US" dirty="0" smtClean="0"/>
            <a:t>IP whitelist, a</a:t>
          </a:r>
          <a:r>
            <a:rPr lang="sr-Cyrl-RS" dirty="0" smtClean="0"/>
            <a:t>утентификација</a:t>
          </a:r>
          <a:endParaRPr lang="en-US" dirty="0"/>
        </a:p>
      </dgm:t>
    </dgm:pt>
    <dgm:pt modelId="{037DB25C-952D-4FE7-A9AD-4B1C6C1C5DEF}" type="parTrans" cxnId="{9F979177-0076-4017-9B52-C75C8E4D1F7C}">
      <dgm:prSet/>
      <dgm:spPr/>
      <dgm:t>
        <a:bodyPr/>
        <a:lstStyle/>
        <a:p>
          <a:endParaRPr lang="en-US"/>
        </a:p>
      </dgm:t>
    </dgm:pt>
    <dgm:pt modelId="{C8E76E2E-C086-41E3-8C94-2FF21C5AC54D}" type="sibTrans" cxnId="{9F979177-0076-4017-9B52-C75C8E4D1F7C}">
      <dgm:prSet/>
      <dgm:spPr/>
      <dgm:t>
        <a:bodyPr/>
        <a:lstStyle/>
        <a:p>
          <a:endParaRPr lang="en-US"/>
        </a:p>
      </dgm:t>
    </dgm:pt>
    <dgm:pt modelId="{35304C49-9C44-4DE6-B19C-714E418D8487}">
      <dgm:prSet phldrT="[Text]"/>
      <dgm:spPr/>
      <dgm:t>
        <a:bodyPr/>
        <a:lstStyle/>
        <a:p>
          <a:r>
            <a:rPr lang="sr-Cyrl-RS" dirty="0" smtClean="0"/>
            <a:t>Заштита од губитка података</a:t>
          </a:r>
          <a:endParaRPr lang="en-US" dirty="0"/>
        </a:p>
      </dgm:t>
    </dgm:pt>
    <dgm:pt modelId="{282FFBA3-AEF7-4611-9361-8B14F24E9850}" type="parTrans" cxnId="{9E5C70A7-B9F2-460D-9115-C7CBA9251627}">
      <dgm:prSet/>
      <dgm:spPr/>
      <dgm:t>
        <a:bodyPr/>
        <a:lstStyle/>
        <a:p>
          <a:endParaRPr lang="en-US"/>
        </a:p>
      </dgm:t>
    </dgm:pt>
    <dgm:pt modelId="{E82710FF-8C0E-46D9-87E6-CD489A62CC87}" type="sibTrans" cxnId="{9E5C70A7-B9F2-460D-9115-C7CBA9251627}">
      <dgm:prSet/>
      <dgm:spPr/>
      <dgm:t>
        <a:bodyPr/>
        <a:lstStyle/>
        <a:p>
          <a:endParaRPr lang="en-US"/>
        </a:p>
      </dgm:t>
    </dgm:pt>
    <dgm:pt modelId="{DDA0C7A7-50C4-48BF-A75A-2CDA1F7F3182}">
      <dgm:prSet phldrT="[Text]"/>
      <dgm:spPr/>
      <dgm:t>
        <a:bodyPr/>
        <a:lstStyle/>
        <a:p>
          <a:r>
            <a:rPr lang="sr-Cyrl-RS" dirty="0" smtClean="0"/>
            <a:t>Скалирање кликом из конзоле</a:t>
          </a:r>
          <a:endParaRPr lang="en-US" dirty="0"/>
        </a:p>
      </dgm:t>
    </dgm:pt>
    <dgm:pt modelId="{2450E789-FE0F-4F5B-A41B-C7FDBE9EE50B}" type="parTrans" cxnId="{29BDAAF8-2DDA-4D7E-8EE6-42D67E2A5BE5}">
      <dgm:prSet/>
      <dgm:spPr/>
      <dgm:t>
        <a:bodyPr/>
        <a:lstStyle/>
        <a:p>
          <a:endParaRPr lang="en-US"/>
        </a:p>
      </dgm:t>
    </dgm:pt>
    <dgm:pt modelId="{28E92C0D-064F-4005-A790-8510C32E331B}" type="sibTrans" cxnId="{29BDAAF8-2DDA-4D7E-8EE6-42D67E2A5BE5}">
      <dgm:prSet/>
      <dgm:spPr/>
      <dgm:t>
        <a:bodyPr/>
        <a:lstStyle/>
        <a:p>
          <a:endParaRPr lang="en-US"/>
        </a:p>
      </dgm:t>
    </dgm:pt>
    <dgm:pt modelId="{38DA27CA-593F-4330-AA7A-FF044BE1C728}" type="pres">
      <dgm:prSet presAssocID="{1FBE8299-DB41-44EB-9AF8-AB1DA8D5328C}" presName="Name0" presStyleCnt="0">
        <dgm:presLayoutVars>
          <dgm:dir/>
          <dgm:animLvl val="lvl"/>
          <dgm:resizeHandles val="exact"/>
        </dgm:presLayoutVars>
      </dgm:prSet>
      <dgm:spPr/>
    </dgm:pt>
    <dgm:pt modelId="{7A66F23A-47AB-4FC2-B3A0-5C61C99A9589}" type="pres">
      <dgm:prSet presAssocID="{D9541D17-FA18-4F57-A238-12EF0F396FF4}" presName="composite" presStyleCnt="0"/>
      <dgm:spPr/>
    </dgm:pt>
    <dgm:pt modelId="{A6F98849-BC7C-4F3E-90E6-031D977D2B66}" type="pres">
      <dgm:prSet presAssocID="{D9541D17-FA18-4F57-A238-12EF0F396FF4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ACA700-28CC-4E64-956A-57721C8CAC6E}" type="pres">
      <dgm:prSet presAssocID="{D9541D17-FA18-4F57-A238-12EF0F396FF4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17349A-79B2-419D-A1C6-6A05D107C090}" type="pres">
      <dgm:prSet presAssocID="{2F0B0CA3-0397-4FC9-B732-5561165B1CC4}" presName="space" presStyleCnt="0"/>
      <dgm:spPr/>
    </dgm:pt>
    <dgm:pt modelId="{43B8DF7C-89C5-4917-A511-070532BE51EB}" type="pres">
      <dgm:prSet presAssocID="{38386761-EE45-42FA-BD1A-E0B4FA7856EB}" presName="composite" presStyleCnt="0"/>
      <dgm:spPr/>
    </dgm:pt>
    <dgm:pt modelId="{00C2A423-79C7-47D6-9C3D-BBFFA0BC9B72}" type="pres">
      <dgm:prSet presAssocID="{38386761-EE45-42FA-BD1A-E0B4FA7856EB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757D0E-2116-4C01-8332-D0E36B969C19}" type="pres">
      <dgm:prSet presAssocID="{38386761-EE45-42FA-BD1A-E0B4FA7856EB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077E8D5-4733-4A0C-A338-80F14D01E3DC}" srcId="{1FBE8299-DB41-44EB-9AF8-AB1DA8D5328C}" destId="{D9541D17-FA18-4F57-A238-12EF0F396FF4}" srcOrd="0" destOrd="0" parTransId="{56AE89B6-0949-4FB1-9C6F-C6DA7D40E2B4}" sibTransId="{2F0B0CA3-0397-4FC9-B732-5561165B1CC4}"/>
    <dgm:cxn modelId="{29BDAAF8-2DDA-4D7E-8EE6-42D67E2A5BE5}" srcId="{38386761-EE45-42FA-BD1A-E0B4FA7856EB}" destId="{DDA0C7A7-50C4-48BF-A75A-2CDA1F7F3182}" srcOrd="1" destOrd="0" parTransId="{2450E789-FE0F-4F5B-A41B-C7FDBE9EE50B}" sibTransId="{28E92C0D-064F-4005-A790-8510C32E331B}"/>
    <dgm:cxn modelId="{A93ACE04-7EA9-4FAE-98C7-6CCE0E3BC672}" type="presOf" srcId="{1FBE8299-DB41-44EB-9AF8-AB1DA8D5328C}" destId="{38DA27CA-593F-4330-AA7A-FF044BE1C728}" srcOrd="0" destOrd="0" presId="urn:microsoft.com/office/officeart/2005/8/layout/hList1"/>
    <dgm:cxn modelId="{B7D4478C-001B-42E2-88E4-AAAC36ABB1C2}" type="presOf" srcId="{5FEE74A0-6AA7-4A19-A8FE-0B3CD08ACA50}" destId="{8DACA700-28CC-4E64-956A-57721C8CAC6E}" srcOrd="0" destOrd="0" presId="urn:microsoft.com/office/officeart/2005/8/layout/hList1"/>
    <dgm:cxn modelId="{E928FCA5-4F22-4C6F-BBEE-04C81AA3A1EE}" type="presOf" srcId="{38386761-EE45-42FA-BD1A-E0B4FA7856EB}" destId="{00C2A423-79C7-47D6-9C3D-BBFFA0BC9B72}" srcOrd="0" destOrd="0" presId="urn:microsoft.com/office/officeart/2005/8/layout/hList1"/>
    <dgm:cxn modelId="{9E5C70A7-B9F2-460D-9115-C7CBA9251627}" srcId="{D9541D17-FA18-4F57-A238-12EF0F396FF4}" destId="{35304C49-9C44-4DE6-B19C-714E418D8487}" srcOrd="1" destOrd="0" parTransId="{282FFBA3-AEF7-4611-9361-8B14F24E9850}" sibTransId="{E82710FF-8C0E-46D9-87E6-CD489A62CC87}"/>
    <dgm:cxn modelId="{3ADED07B-AB95-437E-880C-726DEBA80C48}" srcId="{D9541D17-FA18-4F57-A238-12EF0F396FF4}" destId="{5FEE74A0-6AA7-4A19-A8FE-0B3CD08ACA50}" srcOrd="0" destOrd="0" parTransId="{7BE4527B-0EAD-47B2-B5E9-B2778CA5436C}" sibTransId="{848296E6-3349-453B-9F08-54AD4E728929}"/>
    <dgm:cxn modelId="{EDD784A2-E8FE-44E3-B8B9-5A03C0E1CD39}" srcId="{1FBE8299-DB41-44EB-9AF8-AB1DA8D5328C}" destId="{38386761-EE45-42FA-BD1A-E0B4FA7856EB}" srcOrd="1" destOrd="0" parTransId="{C3AB4F84-1F57-4541-988D-C403AC2376DE}" sibTransId="{30C455A8-C8C2-46A3-8974-8BB7C141D807}"/>
    <dgm:cxn modelId="{9F979177-0076-4017-9B52-C75C8E4D1F7C}" srcId="{38386761-EE45-42FA-BD1A-E0B4FA7856EB}" destId="{E436F2AA-33E8-4ACD-B262-4BCD4F7D36C4}" srcOrd="0" destOrd="0" parTransId="{037DB25C-952D-4FE7-A9AD-4B1C6C1C5DEF}" sibTransId="{C8E76E2E-C086-41E3-8C94-2FF21C5AC54D}"/>
    <dgm:cxn modelId="{A198EB6D-D96D-4AB0-BE65-B4BE6DDC0323}" type="presOf" srcId="{DDA0C7A7-50C4-48BF-A75A-2CDA1F7F3182}" destId="{C8757D0E-2116-4C01-8332-D0E36B969C19}" srcOrd="0" destOrd="1" presId="urn:microsoft.com/office/officeart/2005/8/layout/hList1"/>
    <dgm:cxn modelId="{24F880CD-B99A-41C9-A6C1-D8CD642E14A4}" type="presOf" srcId="{E436F2AA-33E8-4ACD-B262-4BCD4F7D36C4}" destId="{C8757D0E-2116-4C01-8332-D0E36B969C19}" srcOrd="0" destOrd="0" presId="urn:microsoft.com/office/officeart/2005/8/layout/hList1"/>
    <dgm:cxn modelId="{B5285510-DDAD-4507-9C96-E79537CAB22C}" type="presOf" srcId="{35304C49-9C44-4DE6-B19C-714E418D8487}" destId="{8DACA700-28CC-4E64-956A-57721C8CAC6E}" srcOrd="0" destOrd="1" presId="urn:microsoft.com/office/officeart/2005/8/layout/hList1"/>
    <dgm:cxn modelId="{00BBED2B-9882-49CE-8D2F-251326007C39}" type="presOf" srcId="{D9541D17-FA18-4F57-A238-12EF0F396FF4}" destId="{A6F98849-BC7C-4F3E-90E6-031D977D2B66}" srcOrd="0" destOrd="0" presId="urn:microsoft.com/office/officeart/2005/8/layout/hList1"/>
    <dgm:cxn modelId="{8721744D-2C13-41C2-B3B3-7514E3533DF7}" type="presParOf" srcId="{38DA27CA-593F-4330-AA7A-FF044BE1C728}" destId="{7A66F23A-47AB-4FC2-B3A0-5C61C99A9589}" srcOrd="0" destOrd="0" presId="urn:microsoft.com/office/officeart/2005/8/layout/hList1"/>
    <dgm:cxn modelId="{1A0D0498-06D1-4454-A9B8-E13B9F24939F}" type="presParOf" srcId="{7A66F23A-47AB-4FC2-B3A0-5C61C99A9589}" destId="{A6F98849-BC7C-4F3E-90E6-031D977D2B66}" srcOrd="0" destOrd="0" presId="urn:microsoft.com/office/officeart/2005/8/layout/hList1"/>
    <dgm:cxn modelId="{25C3AE5A-5FD9-4F0A-B906-AFF6D2E23DE8}" type="presParOf" srcId="{7A66F23A-47AB-4FC2-B3A0-5C61C99A9589}" destId="{8DACA700-28CC-4E64-956A-57721C8CAC6E}" srcOrd="1" destOrd="0" presId="urn:microsoft.com/office/officeart/2005/8/layout/hList1"/>
    <dgm:cxn modelId="{9E3C56EB-1665-45BA-B33A-70403D05436D}" type="presParOf" srcId="{38DA27CA-593F-4330-AA7A-FF044BE1C728}" destId="{B417349A-79B2-419D-A1C6-6A05D107C090}" srcOrd="1" destOrd="0" presId="urn:microsoft.com/office/officeart/2005/8/layout/hList1"/>
    <dgm:cxn modelId="{23FA3E26-3A31-4C40-81C2-BE88BA7D6A46}" type="presParOf" srcId="{38DA27CA-593F-4330-AA7A-FF044BE1C728}" destId="{43B8DF7C-89C5-4917-A511-070532BE51EB}" srcOrd="2" destOrd="0" presId="urn:microsoft.com/office/officeart/2005/8/layout/hList1"/>
    <dgm:cxn modelId="{8B7EAE4A-836C-45FD-B782-79CF86DBE350}" type="presParOf" srcId="{43B8DF7C-89C5-4917-A511-070532BE51EB}" destId="{00C2A423-79C7-47D6-9C3D-BBFFA0BC9B72}" srcOrd="0" destOrd="0" presId="urn:microsoft.com/office/officeart/2005/8/layout/hList1"/>
    <dgm:cxn modelId="{DB534585-4CF1-4B66-A2C0-1E34DC17E678}" type="presParOf" srcId="{43B8DF7C-89C5-4917-A511-070532BE51EB}" destId="{C8757D0E-2116-4C01-8332-D0E36B969C1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F98849-BC7C-4F3E-90E6-031D977D2B66}">
      <dsp:nvSpPr>
        <dsp:cNvPr id="0" name=""/>
        <dsp:cNvSpPr/>
      </dsp:nvSpPr>
      <dsp:spPr>
        <a:xfrm>
          <a:off x="35" y="46325"/>
          <a:ext cx="3416800" cy="4032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/>
            <a:t>Iaas</a:t>
          </a:r>
          <a:r>
            <a:rPr lang="en-US" sz="1400" kern="1200" dirty="0" smtClean="0"/>
            <a:t> - </a:t>
          </a:r>
          <a:r>
            <a:rPr lang="sr-Cyrl-RS" sz="1400" kern="1200" dirty="0" smtClean="0"/>
            <a:t>Инфраструктура</a:t>
          </a:r>
          <a:endParaRPr lang="en-US" sz="1400" kern="1200" dirty="0"/>
        </a:p>
      </dsp:txBody>
      <dsp:txXfrm>
        <a:off x="35" y="46325"/>
        <a:ext cx="3416800" cy="403200"/>
      </dsp:txXfrm>
    </dsp:sp>
    <dsp:sp modelId="{8DACA700-28CC-4E64-956A-57721C8CAC6E}">
      <dsp:nvSpPr>
        <dsp:cNvPr id="0" name=""/>
        <dsp:cNvSpPr/>
      </dsp:nvSpPr>
      <dsp:spPr>
        <a:xfrm>
          <a:off x="35" y="449525"/>
          <a:ext cx="3416800" cy="126818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sr-Cyrl-RS" sz="1400" kern="1200" dirty="0" smtClean="0"/>
            <a:t>Виртуелни сервери, мрежа, складиште. 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sr-Cyrl-RS" sz="1400" kern="1200" dirty="0" smtClean="0"/>
            <a:t>Корисник упшравља ОС-ом и софтвером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sr-Cyrl-RS" sz="1400" kern="1200" dirty="0" smtClean="0"/>
            <a:t>Велика флексибилност</a:t>
          </a:r>
          <a:endParaRPr lang="en-US" sz="1400" kern="1200" dirty="0"/>
        </a:p>
      </dsp:txBody>
      <dsp:txXfrm>
        <a:off x="35" y="449525"/>
        <a:ext cx="3416800" cy="1268189"/>
      </dsp:txXfrm>
    </dsp:sp>
    <dsp:sp modelId="{00C2A423-79C7-47D6-9C3D-BBFFA0BC9B72}">
      <dsp:nvSpPr>
        <dsp:cNvPr id="0" name=""/>
        <dsp:cNvSpPr/>
      </dsp:nvSpPr>
      <dsp:spPr>
        <a:xfrm>
          <a:off x="3895188" y="46325"/>
          <a:ext cx="3416800" cy="403200"/>
        </a:xfrm>
        <a:prstGeom prst="rect">
          <a:avLst/>
        </a:prstGeom>
        <a:solidFill>
          <a:schemeClr val="accent4">
            <a:hueOff val="-1066644"/>
            <a:satOff val="-12776"/>
            <a:lumOff val="3530"/>
            <a:alphaOff val="0"/>
          </a:schemeClr>
        </a:solidFill>
        <a:ln w="19050" cap="rnd" cmpd="sng" algn="ctr">
          <a:solidFill>
            <a:schemeClr val="accent4">
              <a:hueOff val="-1066644"/>
              <a:satOff val="-12776"/>
              <a:lumOff val="35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/>
            <a:t>Paas</a:t>
          </a:r>
          <a:r>
            <a:rPr lang="en-US" sz="1400" kern="1200" dirty="0" smtClean="0"/>
            <a:t> - </a:t>
          </a:r>
          <a:r>
            <a:rPr lang="sr-Cyrl-RS" sz="1400" kern="1200" dirty="0" smtClean="0"/>
            <a:t>Платформа</a:t>
          </a:r>
          <a:endParaRPr lang="en-US" sz="1400" kern="1200" dirty="0"/>
        </a:p>
      </dsp:txBody>
      <dsp:txXfrm>
        <a:off x="3895188" y="46325"/>
        <a:ext cx="3416800" cy="403200"/>
      </dsp:txXfrm>
    </dsp:sp>
    <dsp:sp modelId="{C8757D0E-2116-4C01-8332-D0E36B969C19}">
      <dsp:nvSpPr>
        <dsp:cNvPr id="0" name=""/>
        <dsp:cNvSpPr/>
      </dsp:nvSpPr>
      <dsp:spPr>
        <a:xfrm>
          <a:off x="3895188" y="449525"/>
          <a:ext cx="3416800" cy="1268189"/>
        </a:xfrm>
        <a:prstGeom prst="rect">
          <a:avLst/>
        </a:prstGeom>
        <a:solidFill>
          <a:schemeClr val="accent4">
            <a:tint val="40000"/>
            <a:alpha val="90000"/>
            <a:hueOff val="-1266505"/>
            <a:satOff val="-14435"/>
            <a:lumOff val="177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-1266505"/>
              <a:satOff val="-14435"/>
              <a:lumOff val="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sr-Cyrl-RS" sz="1400" kern="1200" dirty="0" smtClean="0"/>
            <a:t>Развој и покретање апликација без управљања инфраструктуром. 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sr-Cyrl-RS" sz="1400" kern="1200" dirty="0" smtClean="0"/>
            <a:t>Фокус на код, не на сервере</a:t>
          </a:r>
          <a:endParaRPr lang="en-US" sz="1400" kern="1200" dirty="0"/>
        </a:p>
      </dsp:txBody>
      <dsp:txXfrm>
        <a:off x="3895188" y="449525"/>
        <a:ext cx="3416800" cy="12681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F98849-BC7C-4F3E-90E6-031D977D2B66}">
      <dsp:nvSpPr>
        <dsp:cNvPr id="0" name=""/>
        <dsp:cNvSpPr/>
      </dsp:nvSpPr>
      <dsp:spPr>
        <a:xfrm>
          <a:off x="35" y="23656"/>
          <a:ext cx="3416800" cy="4320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Latn-RS" sz="1500" kern="1200" dirty="0" smtClean="0"/>
            <a:t>Saa</a:t>
          </a:r>
          <a:r>
            <a:rPr lang="en-US" sz="1500" kern="1200" dirty="0" smtClean="0"/>
            <a:t>S</a:t>
          </a:r>
          <a:r>
            <a:rPr lang="sr-Latn-RS" sz="1500" kern="1200" dirty="0" smtClean="0"/>
            <a:t> - </a:t>
          </a:r>
          <a:r>
            <a:rPr lang="sr-Cyrl-RS" sz="1500" kern="1200" dirty="0" smtClean="0"/>
            <a:t>Софтвер</a:t>
          </a:r>
          <a:endParaRPr lang="en-US" sz="1500" kern="1200" dirty="0"/>
        </a:p>
      </dsp:txBody>
      <dsp:txXfrm>
        <a:off x="35" y="23656"/>
        <a:ext cx="3416800" cy="432000"/>
      </dsp:txXfrm>
    </dsp:sp>
    <dsp:sp modelId="{8DACA700-28CC-4E64-956A-57721C8CAC6E}">
      <dsp:nvSpPr>
        <dsp:cNvPr id="0" name=""/>
        <dsp:cNvSpPr/>
      </dsp:nvSpPr>
      <dsp:spPr>
        <a:xfrm>
          <a:off x="35" y="455656"/>
          <a:ext cx="3416800" cy="1091137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sr-Cyrl-RS" sz="1500" kern="1200" dirty="0" smtClean="0"/>
            <a:t>Апликација преко </a:t>
          </a:r>
          <a:r>
            <a:rPr lang="en-US" sz="1500" kern="1200" dirty="0" err="1" smtClean="0"/>
            <a:t>browsera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sr-Cyrl-RS" sz="1500" kern="1200" dirty="0" smtClean="0"/>
            <a:t>Провајдер управља свиме – инфраструктуром, платформом и апликацијом</a:t>
          </a:r>
          <a:endParaRPr lang="en-US" sz="1500" kern="1200" dirty="0"/>
        </a:p>
      </dsp:txBody>
      <dsp:txXfrm>
        <a:off x="35" y="455656"/>
        <a:ext cx="3416800" cy="1091137"/>
      </dsp:txXfrm>
    </dsp:sp>
    <dsp:sp modelId="{00C2A423-79C7-47D6-9C3D-BBFFA0BC9B72}">
      <dsp:nvSpPr>
        <dsp:cNvPr id="0" name=""/>
        <dsp:cNvSpPr/>
      </dsp:nvSpPr>
      <dsp:spPr>
        <a:xfrm>
          <a:off x="3895188" y="23656"/>
          <a:ext cx="3416800" cy="432000"/>
        </a:xfrm>
        <a:prstGeom prst="rect">
          <a:avLst/>
        </a:prstGeom>
        <a:solidFill>
          <a:schemeClr val="accent4">
            <a:hueOff val="-1066644"/>
            <a:satOff val="-12776"/>
            <a:lumOff val="3530"/>
            <a:alphaOff val="0"/>
          </a:schemeClr>
        </a:solidFill>
        <a:ln w="19050" cap="rnd" cmpd="sng" algn="ctr">
          <a:solidFill>
            <a:schemeClr val="accent4">
              <a:hueOff val="-1066644"/>
              <a:satOff val="-12776"/>
              <a:lumOff val="35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err="1" smtClean="0"/>
            <a:t>DBaaS</a:t>
          </a:r>
          <a:r>
            <a:rPr lang="en-US" sz="1500" kern="1200" dirty="0" smtClean="0"/>
            <a:t> </a:t>
          </a:r>
          <a:r>
            <a:rPr lang="sr-Cyrl-RS" sz="1500" kern="1200" dirty="0" smtClean="0"/>
            <a:t>– База као сервис</a:t>
          </a:r>
          <a:endParaRPr lang="en-US" sz="1500" kern="1200" dirty="0"/>
        </a:p>
      </dsp:txBody>
      <dsp:txXfrm>
        <a:off x="3895188" y="23656"/>
        <a:ext cx="3416800" cy="432000"/>
      </dsp:txXfrm>
    </dsp:sp>
    <dsp:sp modelId="{C8757D0E-2116-4C01-8332-D0E36B969C19}">
      <dsp:nvSpPr>
        <dsp:cNvPr id="0" name=""/>
        <dsp:cNvSpPr/>
      </dsp:nvSpPr>
      <dsp:spPr>
        <a:xfrm>
          <a:off x="3895188" y="455656"/>
          <a:ext cx="3416800" cy="1091137"/>
        </a:xfrm>
        <a:prstGeom prst="rect">
          <a:avLst/>
        </a:prstGeom>
        <a:solidFill>
          <a:schemeClr val="accent4">
            <a:tint val="40000"/>
            <a:alpha val="90000"/>
            <a:hueOff val="-1266505"/>
            <a:satOff val="-14435"/>
            <a:lumOff val="177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-1266505"/>
              <a:satOff val="-14435"/>
              <a:lumOff val="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sr-Cyrl-RS" sz="1500" kern="1200" dirty="0" smtClean="0"/>
            <a:t>База података у </a:t>
          </a:r>
          <a:r>
            <a:rPr lang="en-US" sz="1500" kern="1200" dirty="0" smtClean="0"/>
            <a:t>cloud</a:t>
          </a:r>
          <a:r>
            <a:rPr lang="sr-Cyrl-RS" sz="1500" kern="1200" dirty="0" smtClean="0"/>
            <a:t>-у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sr-Cyrl-RS" sz="1500" kern="1200" dirty="0" smtClean="0"/>
            <a:t>Провајдер управља инсталацијом, </a:t>
          </a:r>
          <a:r>
            <a:rPr lang="en-US" sz="1500" kern="1200" dirty="0" smtClean="0"/>
            <a:t>backup</a:t>
          </a:r>
          <a:r>
            <a:rPr lang="sr-Cyrl-RS" sz="1500" kern="1200" dirty="0" smtClean="0"/>
            <a:t>-ом, скалирањем и безбедношћу</a:t>
          </a:r>
          <a:endParaRPr lang="en-US" sz="1500" kern="1200" dirty="0"/>
        </a:p>
      </dsp:txBody>
      <dsp:txXfrm>
        <a:off x="3895188" y="455656"/>
        <a:ext cx="3416800" cy="10911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F98849-BC7C-4F3E-90E6-031D977D2B66}">
      <dsp:nvSpPr>
        <dsp:cNvPr id="0" name=""/>
        <dsp:cNvSpPr/>
      </dsp:nvSpPr>
      <dsp:spPr>
        <a:xfrm>
          <a:off x="35" y="5064"/>
          <a:ext cx="3443854" cy="4608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Instance </a:t>
          </a:r>
          <a:r>
            <a:rPr lang="sr-Cyrl-RS" sz="1600" kern="1200" dirty="0" smtClean="0"/>
            <a:t>архитектура</a:t>
          </a:r>
          <a:endParaRPr lang="en-US" sz="1600" kern="1200" dirty="0"/>
        </a:p>
      </dsp:txBody>
      <dsp:txXfrm>
        <a:off x="35" y="5064"/>
        <a:ext cx="3443854" cy="460800"/>
      </dsp:txXfrm>
    </dsp:sp>
    <dsp:sp modelId="{8DACA700-28CC-4E64-956A-57721C8CAC6E}">
      <dsp:nvSpPr>
        <dsp:cNvPr id="0" name=""/>
        <dsp:cNvSpPr/>
      </dsp:nvSpPr>
      <dsp:spPr>
        <a:xfrm>
          <a:off x="35" y="465864"/>
          <a:ext cx="3443854" cy="116388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sr-Cyrl-RS" sz="1600" kern="1200" dirty="0" smtClean="0"/>
            <a:t>Логички сервер у </a:t>
          </a:r>
          <a:r>
            <a:rPr lang="en-US" sz="1600" kern="1200" dirty="0" smtClean="0"/>
            <a:t>Google data </a:t>
          </a:r>
          <a:r>
            <a:rPr lang="en-US" sz="1600" kern="1200" dirty="0" err="1" smtClean="0"/>
            <a:t>centru</a:t>
          </a:r>
          <a:r>
            <a:rPr lang="en-US" sz="1600" kern="1200" dirty="0" smtClean="0"/>
            <a:t>. 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sr-Cyrl-RS" sz="1600" kern="1200" dirty="0" smtClean="0"/>
            <a:t>Корисник дефинише </a:t>
          </a:r>
          <a:r>
            <a:rPr lang="en-US" sz="1600" kern="1200" dirty="0" smtClean="0"/>
            <a:t>CPU</a:t>
          </a:r>
          <a:r>
            <a:rPr lang="sr-Cyrl-RS" sz="1600" kern="1200" dirty="0" smtClean="0"/>
            <a:t>, </a:t>
          </a:r>
          <a:r>
            <a:rPr lang="en-US" sz="1600" kern="1200" dirty="0" smtClean="0"/>
            <a:t>RAM, </a:t>
          </a:r>
          <a:r>
            <a:rPr lang="sr-Cyrl-RS" sz="1600" kern="1200" dirty="0" smtClean="0"/>
            <a:t>диск, регион</a:t>
          </a:r>
          <a:endParaRPr lang="en-US" sz="1600" kern="1200" dirty="0"/>
        </a:p>
      </dsp:txBody>
      <dsp:txXfrm>
        <a:off x="35" y="465864"/>
        <a:ext cx="3443854" cy="1163880"/>
      </dsp:txXfrm>
    </dsp:sp>
    <dsp:sp modelId="{00C2A423-79C7-47D6-9C3D-BBFFA0BC9B72}">
      <dsp:nvSpPr>
        <dsp:cNvPr id="0" name=""/>
        <dsp:cNvSpPr/>
      </dsp:nvSpPr>
      <dsp:spPr>
        <a:xfrm>
          <a:off x="3926029" y="5064"/>
          <a:ext cx="3443854" cy="460800"/>
        </a:xfrm>
        <a:prstGeom prst="rect">
          <a:avLst/>
        </a:prstGeom>
        <a:solidFill>
          <a:schemeClr val="accent4">
            <a:hueOff val="-1066644"/>
            <a:satOff val="-12776"/>
            <a:lumOff val="3530"/>
            <a:alphaOff val="0"/>
          </a:schemeClr>
        </a:solidFill>
        <a:ln w="19050" cap="rnd" cmpd="sng" algn="ctr">
          <a:solidFill>
            <a:schemeClr val="accent4">
              <a:hueOff val="-1066644"/>
              <a:satOff val="-12776"/>
              <a:lumOff val="35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Cyrl-RS" sz="1600" kern="1200" dirty="0" smtClean="0"/>
            <a:t>Репликација </a:t>
          </a:r>
          <a:r>
            <a:rPr lang="en-US" sz="1600" kern="1200" dirty="0" smtClean="0"/>
            <a:t>&amp; HA</a:t>
          </a:r>
          <a:endParaRPr lang="en-US" sz="1600" kern="1200" dirty="0"/>
        </a:p>
      </dsp:txBody>
      <dsp:txXfrm>
        <a:off x="3926029" y="5064"/>
        <a:ext cx="3443854" cy="460800"/>
      </dsp:txXfrm>
    </dsp:sp>
    <dsp:sp modelId="{C8757D0E-2116-4C01-8332-D0E36B969C19}">
      <dsp:nvSpPr>
        <dsp:cNvPr id="0" name=""/>
        <dsp:cNvSpPr/>
      </dsp:nvSpPr>
      <dsp:spPr>
        <a:xfrm>
          <a:off x="3926029" y="465864"/>
          <a:ext cx="3443854" cy="1163880"/>
        </a:xfrm>
        <a:prstGeom prst="rect">
          <a:avLst/>
        </a:prstGeom>
        <a:solidFill>
          <a:schemeClr val="accent4">
            <a:tint val="40000"/>
            <a:alpha val="90000"/>
            <a:hueOff val="-1266505"/>
            <a:satOff val="-14435"/>
            <a:lumOff val="177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-1266505"/>
              <a:satOff val="-14435"/>
              <a:lumOff val="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Standby Instance </a:t>
          </a:r>
          <a:r>
            <a:rPr lang="sr-Cyrl-RS" sz="1600" kern="1200" dirty="0" smtClean="0"/>
            <a:t>у другој зони, аутоматски </a:t>
          </a:r>
          <a:r>
            <a:rPr lang="en-US" sz="1600" kern="1200" dirty="0" smtClean="0"/>
            <a:t>failover, read replicas</a:t>
          </a:r>
          <a:endParaRPr lang="en-US" sz="1600" kern="1200" dirty="0"/>
        </a:p>
      </dsp:txBody>
      <dsp:txXfrm>
        <a:off x="3926029" y="465864"/>
        <a:ext cx="3443854" cy="11638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F98849-BC7C-4F3E-90E6-031D977D2B66}">
      <dsp:nvSpPr>
        <dsp:cNvPr id="0" name=""/>
        <dsp:cNvSpPr/>
      </dsp:nvSpPr>
      <dsp:spPr>
        <a:xfrm>
          <a:off x="35" y="126594"/>
          <a:ext cx="3443854" cy="4320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Backup &amp; Recovery</a:t>
          </a:r>
          <a:endParaRPr lang="en-US" sz="1500" kern="1200" dirty="0"/>
        </a:p>
      </dsp:txBody>
      <dsp:txXfrm>
        <a:off x="35" y="126594"/>
        <a:ext cx="3443854" cy="432000"/>
      </dsp:txXfrm>
    </dsp:sp>
    <dsp:sp modelId="{8DACA700-28CC-4E64-956A-57721C8CAC6E}">
      <dsp:nvSpPr>
        <dsp:cNvPr id="0" name=""/>
        <dsp:cNvSpPr/>
      </dsp:nvSpPr>
      <dsp:spPr>
        <a:xfrm>
          <a:off x="35" y="558594"/>
          <a:ext cx="3443854" cy="88526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A</a:t>
          </a:r>
          <a:r>
            <a:rPr lang="sr-Cyrl-RS" sz="1500" kern="1200" dirty="0" smtClean="0"/>
            <a:t>утоматски и ручни </a:t>
          </a:r>
          <a:r>
            <a:rPr lang="en-US" sz="1500" kern="1200" dirty="0" smtClean="0"/>
            <a:t>backup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sr-Cyrl-RS" sz="1500" kern="1200" dirty="0" smtClean="0"/>
            <a:t>Заштита од губитка података</a:t>
          </a:r>
          <a:endParaRPr lang="en-US" sz="1500" kern="1200" dirty="0"/>
        </a:p>
      </dsp:txBody>
      <dsp:txXfrm>
        <a:off x="35" y="558594"/>
        <a:ext cx="3443854" cy="885262"/>
      </dsp:txXfrm>
    </dsp:sp>
    <dsp:sp modelId="{00C2A423-79C7-47D6-9C3D-BBFFA0BC9B72}">
      <dsp:nvSpPr>
        <dsp:cNvPr id="0" name=""/>
        <dsp:cNvSpPr/>
      </dsp:nvSpPr>
      <dsp:spPr>
        <a:xfrm>
          <a:off x="3926029" y="126594"/>
          <a:ext cx="3443854" cy="432000"/>
        </a:xfrm>
        <a:prstGeom prst="rect">
          <a:avLst/>
        </a:prstGeom>
        <a:solidFill>
          <a:schemeClr val="accent4">
            <a:hueOff val="-1066644"/>
            <a:satOff val="-12776"/>
            <a:lumOff val="3530"/>
            <a:alphaOff val="0"/>
          </a:schemeClr>
        </a:solidFill>
        <a:ln w="19050" cap="rnd" cmpd="sng" algn="ctr">
          <a:solidFill>
            <a:schemeClr val="accent4">
              <a:hueOff val="-1066644"/>
              <a:satOff val="-12776"/>
              <a:lumOff val="35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Cyrl-RS" sz="1500" kern="1200" dirty="0" smtClean="0"/>
            <a:t>Безбедност и скалирање</a:t>
          </a:r>
          <a:endParaRPr lang="en-US" sz="1500" kern="1200" dirty="0"/>
        </a:p>
      </dsp:txBody>
      <dsp:txXfrm>
        <a:off x="3926029" y="126594"/>
        <a:ext cx="3443854" cy="432000"/>
      </dsp:txXfrm>
    </dsp:sp>
    <dsp:sp modelId="{C8757D0E-2116-4C01-8332-D0E36B969C19}">
      <dsp:nvSpPr>
        <dsp:cNvPr id="0" name=""/>
        <dsp:cNvSpPr/>
      </dsp:nvSpPr>
      <dsp:spPr>
        <a:xfrm>
          <a:off x="3926029" y="558594"/>
          <a:ext cx="3443854" cy="885262"/>
        </a:xfrm>
        <a:prstGeom prst="rect">
          <a:avLst/>
        </a:prstGeom>
        <a:solidFill>
          <a:schemeClr val="accent4">
            <a:tint val="40000"/>
            <a:alpha val="90000"/>
            <a:hueOff val="-1266505"/>
            <a:satOff val="-14435"/>
            <a:lumOff val="177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-1266505"/>
              <a:satOff val="-14435"/>
              <a:lumOff val="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SSL</a:t>
          </a:r>
          <a:r>
            <a:rPr lang="sr-Cyrl-RS" sz="1500" kern="1200" dirty="0" smtClean="0"/>
            <a:t> енкрипција, </a:t>
          </a:r>
          <a:r>
            <a:rPr lang="en-US" sz="1500" kern="1200" dirty="0" smtClean="0"/>
            <a:t>IP whitelist, a</a:t>
          </a:r>
          <a:r>
            <a:rPr lang="sr-Cyrl-RS" sz="1500" kern="1200" dirty="0" smtClean="0"/>
            <a:t>утентификација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sr-Cyrl-RS" sz="1500" kern="1200" dirty="0" smtClean="0"/>
            <a:t>Скалирање кликом из конзоле</a:t>
          </a:r>
          <a:endParaRPr lang="en-US" sz="1500" kern="1200" dirty="0"/>
        </a:p>
      </dsp:txBody>
      <dsp:txXfrm>
        <a:off x="3926029" y="558594"/>
        <a:ext cx="3443854" cy="8852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A259BEA-82BC-4476-91F2-380E77DBAD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9DE9C3-2AB8-44E5-BCFE-5DD42DFC56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D7858F-6309-4F09-BEA0-6CBF97E55806}" type="datetimeFigureOut">
              <a:rPr lang="en-US" smtClean="0"/>
              <a:t>11-Mar-26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1B971B-9BC3-41DB-91DC-F03F5C808D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A0720E-F4E2-435B-A885-9194BA30267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F8AE00-5498-4F06-8655-F21703489BC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420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53C5D-CD12-6D4C-A980-0612968271E2}" type="datetimeFigureOut">
              <a:rPr lang="en-US" smtClean="0"/>
              <a:t>11-Mar-26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F167F0-0840-1348-BFE4-C6298BBC06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904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2000"/>
                  <a:hueMod val="108000"/>
                  <a:satMod val="164000"/>
                  <a:lumMod val="69000"/>
                </a:schemeClr>
                <a:schemeClr val="dk2">
                  <a:tint val="96000"/>
                  <a:hueMod val="90000"/>
                  <a:satMod val="130000"/>
                  <a:lumMod val="134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10"/>
          <p:cNvSpPr/>
          <p:nvPr/>
        </p:nvSpPr>
        <p:spPr>
          <a:xfrm>
            <a:off x="322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1000"/>
                </a:schemeClr>
              </a:gs>
              <a:gs pos="75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Oval 11"/>
          <p:cNvSpPr/>
          <p:nvPr/>
        </p:nvSpPr>
        <p:spPr>
          <a:xfrm>
            <a:off x="175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8000"/>
                </a:schemeClr>
              </a:gs>
              <a:gs pos="72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Oval 12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Oval 13"/>
          <p:cNvSpPr/>
          <p:nvPr/>
        </p:nvSpPr>
        <p:spPr>
          <a:xfrm>
            <a:off x="7999412" y="-2373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73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15" name="Oval 14"/>
          <p:cNvSpPr/>
          <p:nvPr/>
        </p:nvSpPr>
        <p:spPr>
          <a:xfrm>
            <a:off x="8609012" y="5874054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66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Freeform 5"/>
          <p:cNvSpPr>
            <a:spLocks noEditPoints="1"/>
          </p:cNvSpPr>
          <p:nvPr/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 userDrawn="1"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75D0B1B9-C7DF-F64A-B488-12B3D5090923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72730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41EE2-1449-2741-9D08-61623EFC2A0E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73622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F7560-49B8-714F-A7F1-D946D3E64C23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94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A9677FD5-9A91-4866-B075-6DDE16433AC7}"/>
              </a:ext>
            </a:extLst>
          </p:cNvPr>
          <p:cNvGrpSpPr/>
          <p:nvPr userDrawn="1"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 r="-14009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287088"/>
            <a:ext cx="3438881" cy="2283824"/>
          </a:xfrm>
        </p:spPr>
        <p:txBody>
          <a:bodyPr anchor="ctr"/>
          <a:lstStyle>
            <a:lvl1pPr algn="l">
              <a:defRPr sz="2300" b="0" cap="none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237C-03C9-D843-906B-96D98C6B2D61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79578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s as Icons 5X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480622-FB8F-493B-9965-971B07D75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92913" y="1748812"/>
            <a:ext cx="3852000" cy="72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Text Item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C5BC223-8B87-4685-A901-71B07847E4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92913" y="2561156"/>
            <a:ext cx="3852000" cy="72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2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Text Item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1AE3DDF2-FC22-4381-9763-408FEF9648B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92913" y="3373501"/>
            <a:ext cx="3852000" cy="72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3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Text Item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6170A2BF-28BF-4B27-B92D-B1423601B7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2913" y="4185846"/>
            <a:ext cx="3852000" cy="72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4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Text Item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2DB1D08C-9D26-4EC5-B935-D6A265A2A6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92913" y="4998190"/>
            <a:ext cx="3852000" cy="72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6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Text Item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677FD5-9A91-4866-B075-6DDE16433AC7}"/>
              </a:ext>
            </a:extLst>
          </p:cNvPr>
          <p:cNvGrpSpPr/>
          <p:nvPr userDrawn="1"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 r="-14009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287088"/>
            <a:ext cx="3438881" cy="2283824"/>
          </a:xfrm>
        </p:spPr>
        <p:txBody>
          <a:bodyPr anchor="ctr"/>
          <a:lstStyle>
            <a:lvl1pPr algn="l">
              <a:defRPr sz="2300" b="0" cap="none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BD2BD-1F35-9841-A6BF-76BE540EE01F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DDAF6ED-5E16-4D29-98B7-FB80DB3AAFE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870575" y="1840504"/>
            <a:ext cx="536616" cy="536616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00" i="1"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8C305CB7-F303-430E-951A-7FC6F97062A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870575" y="2652849"/>
            <a:ext cx="536616" cy="536616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00" i="1"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2" name="Picture Placeholder 13">
            <a:extLst>
              <a:ext uri="{FF2B5EF4-FFF2-40B4-BE49-F238E27FC236}">
                <a16:creationId xmlns:a16="http://schemas.microsoft.com/office/drawing/2014/main" id="{84D427E5-ED69-4A46-A9B7-F4DC4466F32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870575" y="3465194"/>
            <a:ext cx="536616" cy="536616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00" i="1"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3DDA902F-61D6-4F1C-86C6-D1F5584AE8B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870575" y="4277539"/>
            <a:ext cx="536616" cy="536616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00" i="1"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6" name="Picture Placeholder 13">
            <a:extLst>
              <a:ext uri="{FF2B5EF4-FFF2-40B4-BE49-F238E27FC236}">
                <a16:creationId xmlns:a16="http://schemas.microsoft.com/office/drawing/2014/main" id="{D8B6871A-9C69-4437-A5AD-A0400BAF2C6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870575" y="5089882"/>
            <a:ext cx="536616" cy="536616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00" i="1"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296259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con Bullets Vertical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>
            <a:extLst>
              <a:ext uri="{FF2B5EF4-FFF2-40B4-BE49-F238E27FC236}">
                <a16:creationId xmlns:a16="http://schemas.microsoft.com/office/drawing/2014/main" id="{B8ACAEC3-8D8C-3848-8630-7A0DFF3F6116}"/>
              </a:ext>
            </a:extLst>
          </p:cNvPr>
          <p:cNvSpPr>
            <a:spLocks noChangeAspect="1"/>
          </p:cNvSpPr>
          <p:nvPr userDrawn="1"/>
        </p:nvSpPr>
        <p:spPr>
          <a:xfrm>
            <a:off x="8699143" y="3702940"/>
            <a:ext cx="1261872" cy="126187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CC12BEA0-F502-0646-A370-7ECF194608D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65103" y="3869836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58C6160-632A-B540-A7E5-81F40CEC1FE7}"/>
              </a:ext>
            </a:extLst>
          </p:cNvPr>
          <p:cNvSpPr>
            <a:spLocks noChangeAspect="1"/>
          </p:cNvSpPr>
          <p:nvPr userDrawn="1"/>
        </p:nvSpPr>
        <p:spPr>
          <a:xfrm>
            <a:off x="6287247" y="3706777"/>
            <a:ext cx="1261872" cy="126187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EB2FEBB6-C1E0-0D47-8CCC-05EE2F75659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452271" y="3873673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215E544-9553-AC42-B5C3-F7AE9AD6D815}"/>
              </a:ext>
            </a:extLst>
          </p:cNvPr>
          <p:cNvSpPr>
            <a:spLocks noChangeAspect="1"/>
          </p:cNvSpPr>
          <p:nvPr userDrawn="1"/>
        </p:nvSpPr>
        <p:spPr>
          <a:xfrm>
            <a:off x="8699143" y="799317"/>
            <a:ext cx="1261872" cy="126187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76E934A-C634-DF4D-992A-6E01917693AD}"/>
              </a:ext>
            </a:extLst>
          </p:cNvPr>
          <p:cNvSpPr>
            <a:spLocks noChangeAspect="1"/>
          </p:cNvSpPr>
          <p:nvPr userDrawn="1"/>
        </p:nvSpPr>
        <p:spPr>
          <a:xfrm>
            <a:off x="6289119" y="799317"/>
            <a:ext cx="1261872" cy="126187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677FD5-9A91-4866-B075-6DDE16433AC7}"/>
              </a:ext>
            </a:extLst>
          </p:cNvPr>
          <p:cNvGrpSpPr/>
          <p:nvPr userDrawn="1"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 r="-14009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287088"/>
            <a:ext cx="3438881" cy="2283824"/>
          </a:xfrm>
        </p:spPr>
        <p:txBody>
          <a:bodyPr anchor="ctr"/>
          <a:lstStyle>
            <a:lvl1pPr algn="l">
              <a:defRPr sz="2300" b="0" cap="none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4F40A-5592-5744-BFD7-61B04D70BFE7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ADD13A9-A8EA-4B1C-AE31-FE189E0E8B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6275" y="235108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2BAC124-81DA-4B8B-86CD-75C69A4D0D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67235" y="235108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B493D355-B592-4395-8255-D1D4FB1CF1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6275" y="525854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D0A496BB-AA13-44AE-AFA6-30D4ED5099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67235" y="525854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8E97E18E-0E31-B542-9578-D6E4DCD84680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454143" y="966213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7602DDF7-46BD-6045-BDB0-45F47B0B6A9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865103" y="965277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</p:spTree>
    <p:extLst>
      <p:ext uri="{BB962C8B-B14F-4D97-AF65-F5344CB8AC3E}">
        <p14:creationId xmlns:p14="http://schemas.microsoft.com/office/powerpoint/2010/main" val="1820464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con Bullets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86F73ED6-3B3B-5A45-912C-FCFD7D53593C}"/>
              </a:ext>
            </a:extLst>
          </p:cNvPr>
          <p:cNvSpPr>
            <a:spLocks noChangeAspect="1"/>
          </p:cNvSpPr>
          <p:nvPr userDrawn="1"/>
        </p:nvSpPr>
        <p:spPr>
          <a:xfrm>
            <a:off x="8699143" y="3702940"/>
            <a:ext cx="1261872" cy="126187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B5971407-B12A-EE45-895D-769807DFC76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65103" y="3869836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6215321-76D7-AD41-B779-DE347C617DB3}"/>
              </a:ext>
            </a:extLst>
          </p:cNvPr>
          <p:cNvSpPr>
            <a:spLocks noChangeAspect="1"/>
          </p:cNvSpPr>
          <p:nvPr userDrawn="1"/>
        </p:nvSpPr>
        <p:spPr>
          <a:xfrm>
            <a:off x="6288183" y="3706777"/>
            <a:ext cx="1261872" cy="12618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E61684B2-1403-BD44-80B1-6A5C0D0A3C6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454143" y="3873673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B87B079-A5F0-D34B-90BD-17403B51EF47}"/>
              </a:ext>
            </a:extLst>
          </p:cNvPr>
          <p:cNvSpPr>
            <a:spLocks noChangeAspect="1"/>
          </p:cNvSpPr>
          <p:nvPr userDrawn="1"/>
        </p:nvSpPr>
        <p:spPr>
          <a:xfrm>
            <a:off x="8699143" y="799317"/>
            <a:ext cx="1261872" cy="12618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7169BE7-153A-034D-B3C8-A226C22DE09C}"/>
              </a:ext>
            </a:extLst>
          </p:cNvPr>
          <p:cNvSpPr>
            <a:spLocks noChangeAspect="1"/>
          </p:cNvSpPr>
          <p:nvPr userDrawn="1"/>
        </p:nvSpPr>
        <p:spPr>
          <a:xfrm>
            <a:off x="6288183" y="799317"/>
            <a:ext cx="1261872" cy="12618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604C6493-8619-1749-A32C-8C1C4E87533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454143" y="966213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EE25A905-577F-154D-BA89-4F485EEBC4B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865103" y="965277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677FD5-9A91-4866-B075-6DDE16433AC7}"/>
              </a:ext>
            </a:extLst>
          </p:cNvPr>
          <p:cNvGrpSpPr/>
          <p:nvPr userDrawn="1"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 r="-14009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287088"/>
            <a:ext cx="3438881" cy="2283824"/>
          </a:xfrm>
        </p:spPr>
        <p:txBody>
          <a:bodyPr anchor="ctr"/>
          <a:lstStyle>
            <a:lvl1pPr algn="l">
              <a:defRPr sz="2300" b="0" cap="none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7F711-7020-994E-A797-D04033A0CF12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ADD13A9-A8EA-4B1C-AE31-FE189E0E8B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6275" y="235108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2BAC124-81DA-4B8B-86CD-75C69A4D0D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67235" y="235108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B493D355-B592-4395-8255-D1D4FB1CF1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6275" y="525854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D0A496BB-AA13-44AE-AFA6-30D4ED5099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67235" y="5258548"/>
            <a:ext cx="2325688" cy="7747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</p:spTree>
    <p:extLst>
      <p:ext uri="{BB962C8B-B14F-4D97-AF65-F5344CB8AC3E}">
        <p14:creationId xmlns:p14="http://schemas.microsoft.com/office/powerpoint/2010/main" val="3254131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Icon Bullets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28">
            <a:extLst>
              <a:ext uri="{FF2B5EF4-FFF2-40B4-BE49-F238E27FC236}">
                <a16:creationId xmlns:a16="http://schemas.microsoft.com/office/drawing/2014/main" id="{3B87B079-A5F0-D34B-90BD-17403B51EF47}"/>
              </a:ext>
            </a:extLst>
          </p:cNvPr>
          <p:cNvSpPr>
            <a:spLocks noChangeAspect="1"/>
          </p:cNvSpPr>
          <p:nvPr userDrawn="1"/>
        </p:nvSpPr>
        <p:spPr>
          <a:xfrm>
            <a:off x="8699143" y="2234226"/>
            <a:ext cx="1261872" cy="12618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7169BE7-153A-034D-B3C8-A226C22DE09C}"/>
              </a:ext>
            </a:extLst>
          </p:cNvPr>
          <p:cNvSpPr>
            <a:spLocks noChangeAspect="1"/>
          </p:cNvSpPr>
          <p:nvPr userDrawn="1"/>
        </p:nvSpPr>
        <p:spPr>
          <a:xfrm>
            <a:off x="6288183" y="2234226"/>
            <a:ext cx="1261872" cy="12618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604C6493-8619-1749-A32C-8C1C4E87533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454143" y="2401122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EE25A905-577F-154D-BA89-4F485EEBC4B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865103" y="2400186"/>
            <a:ext cx="929952" cy="929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677FD5-9A91-4866-B075-6DDE16433AC7}"/>
              </a:ext>
            </a:extLst>
          </p:cNvPr>
          <p:cNvGrpSpPr/>
          <p:nvPr userDrawn="1"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 r="-14009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287088"/>
            <a:ext cx="3438881" cy="2283824"/>
          </a:xfrm>
        </p:spPr>
        <p:txBody>
          <a:bodyPr anchor="ctr"/>
          <a:lstStyle>
            <a:lvl1pPr algn="l">
              <a:defRPr sz="2300" b="0" cap="none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7F711-7020-994E-A797-D04033A0CF12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ADD13A9-A8EA-4B1C-AE31-FE189E0E8B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6275" y="3785996"/>
            <a:ext cx="2325688" cy="1503455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2BAC124-81DA-4B8B-86CD-75C69A4D0D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67235" y="3785996"/>
            <a:ext cx="2325688" cy="1503455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</p:spTree>
    <p:extLst>
      <p:ext uri="{BB962C8B-B14F-4D97-AF65-F5344CB8AC3E}">
        <p14:creationId xmlns:p14="http://schemas.microsoft.com/office/powerpoint/2010/main" val="2465061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con Bullets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val 31">
            <a:extLst>
              <a:ext uri="{FF2B5EF4-FFF2-40B4-BE49-F238E27FC236}">
                <a16:creationId xmlns:a16="http://schemas.microsoft.com/office/drawing/2014/main" id="{F625DE42-6A2A-D745-B1F8-2AF2793533BE}"/>
              </a:ext>
            </a:extLst>
          </p:cNvPr>
          <p:cNvSpPr>
            <a:spLocks noChangeAspect="1"/>
          </p:cNvSpPr>
          <p:nvPr userDrawn="1"/>
        </p:nvSpPr>
        <p:spPr>
          <a:xfrm>
            <a:off x="8404601" y="3981394"/>
            <a:ext cx="1042415" cy="104241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A87D37E3-62A9-1F44-8520-EBED16BF1C0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535100" y="4123125"/>
            <a:ext cx="781417" cy="758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5F8797D-AFBD-534A-AC82-DE2B7BAECE83}"/>
              </a:ext>
            </a:extLst>
          </p:cNvPr>
          <p:cNvSpPr>
            <a:spLocks noChangeAspect="1"/>
          </p:cNvSpPr>
          <p:nvPr userDrawn="1"/>
        </p:nvSpPr>
        <p:spPr>
          <a:xfrm>
            <a:off x="8404601" y="1932281"/>
            <a:ext cx="1042415" cy="104241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EFE809D2-16A3-B143-BC10-FEC397E62C6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535100" y="2074012"/>
            <a:ext cx="781417" cy="758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677FD5-9A91-4866-B075-6DDE16433AC7}"/>
              </a:ext>
            </a:extLst>
          </p:cNvPr>
          <p:cNvGrpSpPr/>
          <p:nvPr userDrawn="1"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 r="-14009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287088"/>
            <a:ext cx="3438881" cy="2283824"/>
          </a:xfrm>
        </p:spPr>
        <p:txBody>
          <a:bodyPr anchor="ctr"/>
          <a:lstStyle>
            <a:lvl1pPr algn="l">
              <a:defRPr sz="2300" b="0" cap="none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69370-372E-0846-B090-5E6EF97A3B62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ADD13A9-A8EA-4B1C-AE31-FE189E0E8B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9670" y="1840992"/>
            <a:ext cx="2095046" cy="1225056"/>
          </a:xfrm>
        </p:spPr>
        <p:txBody>
          <a:bodyPr anchor="ctr">
            <a:noAutofit/>
          </a:bodyPr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2BAC124-81DA-4B8B-86CD-75C69A4D0D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19533" y="1840992"/>
            <a:ext cx="2095046" cy="1225056"/>
          </a:xfrm>
        </p:spPr>
        <p:txBody>
          <a:bodyPr anchor="ctr">
            <a:noAutofit/>
          </a:bodyPr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B493D355-B592-4395-8255-D1D4FB1CF1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9670" y="3891529"/>
            <a:ext cx="2095046" cy="1222144"/>
          </a:xfrm>
        </p:spPr>
        <p:txBody>
          <a:bodyPr anchor="ctr">
            <a:noAutofit/>
          </a:bodyPr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D0A496BB-AA13-44AE-AFA6-30D4ED5099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19533" y="3891529"/>
            <a:ext cx="2095046" cy="1222144"/>
          </a:xfrm>
        </p:spPr>
        <p:txBody>
          <a:bodyPr anchor="ctr">
            <a:noAutofit/>
          </a:bodyPr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Edit bullet description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963115-25B3-494B-9A13-AC92EFE94C09}"/>
              </a:ext>
            </a:extLst>
          </p:cNvPr>
          <p:cNvSpPr>
            <a:spLocks noChangeAspect="1"/>
          </p:cNvSpPr>
          <p:nvPr userDrawn="1"/>
        </p:nvSpPr>
        <p:spPr>
          <a:xfrm>
            <a:off x="5070995" y="1932281"/>
            <a:ext cx="1042415" cy="104241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3C759269-D6E6-2B41-8BEE-8B5AFB809B6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01494" y="2074012"/>
            <a:ext cx="781417" cy="758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3E569D5-DC38-7C46-95CD-ACFBFBF591A2}"/>
              </a:ext>
            </a:extLst>
          </p:cNvPr>
          <p:cNvSpPr>
            <a:spLocks noChangeAspect="1"/>
          </p:cNvSpPr>
          <p:nvPr userDrawn="1"/>
        </p:nvSpPr>
        <p:spPr>
          <a:xfrm>
            <a:off x="5070995" y="3981394"/>
            <a:ext cx="1042415" cy="104241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E8396DFD-D667-2648-9BE4-6237690F799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201494" y="4123125"/>
            <a:ext cx="781417" cy="758952"/>
          </a:xfrm>
          <a:prstGeom prst="ellipse">
            <a:avLst/>
          </a:prstGeom>
          <a:noFill/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200" i="1"/>
            </a:lvl1pPr>
          </a:lstStyle>
          <a:p>
            <a:r>
              <a:rPr lang="en-US" noProof="0" dirty="0"/>
              <a:t>Select Icon</a:t>
            </a:r>
          </a:p>
        </p:txBody>
      </p:sp>
    </p:spTree>
    <p:extLst>
      <p:ext uri="{BB962C8B-B14F-4D97-AF65-F5344CB8AC3E}">
        <p14:creationId xmlns:p14="http://schemas.microsoft.com/office/powerpoint/2010/main" val="2929901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2300" b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15A5A73-8E13-4E38-8362-0A09BA9441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58861" y="478881"/>
            <a:ext cx="5582675" cy="5908526"/>
          </a:xfrm>
          <a:custGeom>
            <a:avLst/>
            <a:gdLst>
              <a:gd name="connsiteX0" fmla="*/ 10816 w 5582675"/>
              <a:gd name="connsiteY0" fmla="*/ 0 h 5908526"/>
              <a:gd name="connsiteX1" fmla="*/ 5582675 w 5582675"/>
              <a:gd name="connsiteY1" fmla="*/ 0 h 5908526"/>
              <a:gd name="connsiteX2" fmla="*/ 5582675 w 5582675"/>
              <a:gd name="connsiteY2" fmla="*/ 5908526 h 5908526"/>
              <a:gd name="connsiteX3" fmla="*/ 0 w 5582675"/>
              <a:gd name="connsiteY3" fmla="*/ 5908526 h 5908526"/>
              <a:gd name="connsiteX4" fmla="*/ 30693 w 5582675"/>
              <a:gd name="connsiteY4" fmla="*/ 5722836 h 5908526"/>
              <a:gd name="connsiteX5" fmla="*/ 223682 w 5582675"/>
              <a:gd name="connsiteY5" fmla="*/ 2921544 h 5908526"/>
              <a:gd name="connsiteX6" fmla="*/ 30693 w 5582675"/>
              <a:gd name="connsiteY6" fmla="*/ 120253 h 59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82675" h="5908526">
                <a:moveTo>
                  <a:pt x="10816" y="0"/>
                </a:moveTo>
                <a:lnTo>
                  <a:pt x="5582675" y="0"/>
                </a:lnTo>
                <a:lnTo>
                  <a:pt x="5582675" y="5908526"/>
                </a:lnTo>
                <a:lnTo>
                  <a:pt x="0" y="5908526"/>
                </a:lnTo>
                <a:lnTo>
                  <a:pt x="30693" y="5722836"/>
                </a:lnTo>
                <a:cubicBezTo>
                  <a:pt x="153771" y="4890115"/>
                  <a:pt x="223682" y="3935837"/>
                  <a:pt x="223682" y="2921544"/>
                </a:cubicBezTo>
                <a:cubicBezTo>
                  <a:pt x="223682" y="1907252"/>
                  <a:pt x="153771" y="952973"/>
                  <a:pt x="30693" y="120253"/>
                </a:cubicBezTo>
                <a:close/>
              </a:path>
            </a:pathLst>
          </a:custGeom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A5200-74F0-9445-8847-A53AA9C11C7B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83431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50BDD93-02DA-4B21-9556-FA8B9894F90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8861" y="478880"/>
            <a:ext cx="5582675" cy="5900239"/>
          </a:xfrm>
          <a:custGeom>
            <a:avLst/>
            <a:gdLst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0 w 5582675"/>
              <a:gd name="connsiteY4" fmla="*/ 0 h 5900239"/>
              <a:gd name="connsiteX0" fmla="*/ 3501 w 5586176"/>
              <a:gd name="connsiteY0" fmla="*/ 0 h 5900239"/>
              <a:gd name="connsiteX1" fmla="*/ 5586176 w 5586176"/>
              <a:gd name="connsiteY1" fmla="*/ 0 h 5900239"/>
              <a:gd name="connsiteX2" fmla="*/ 5586176 w 5586176"/>
              <a:gd name="connsiteY2" fmla="*/ 5900239 h 5900239"/>
              <a:gd name="connsiteX3" fmla="*/ 3501 w 5586176"/>
              <a:gd name="connsiteY3" fmla="*/ 5900239 h 5900239"/>
              <a:gd name="connsiteX4" fmla="*/ 0 w 5586176"/>
              <a:gd name="connsiteY4" fmla="*/ 3615600 h 5900239"/>
              <a:gd name="connsiteX5" fmla="*/ 3501 w 5586176"/>
              <a:gd name="connsiteY5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220019 w 5582675"/>
              <a:gd name="connsiteY4" fmla="*/ 3442880 h 5900239"/>
              <a:gd name="connsiteX5" fmla="*/ 0 w 5582675"/>
              <a:gd name="connsiteY5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220019 w 5582675"/>
              <a:gd name="connsiteY4" fmla="*/ 3442880 h 5900239"/>
              <a:gd name="connsiteX5" fmla="*/ 11739 w 5582675"/>
              <a:gd name="connsiteY5" fmla="*/ 237400 h 5900239"/>
              <a:gd name="connsiteX6" fmla="*/ 0 w 5582675"/>
              <a:gd name="connsiteY6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220019 w 5582675"/>
              <a:gd name="connsiteY4" fmla="*/ 3442880 h 5900239"/>
              <a:gd name="connsiteX5" fmla="*/ 11739 w 5582675"/>
              <a:gd name="connsiteY5" fmla="*/ 237400 h 5900239"/>
              <a:gd name="connsiteX6" fmla="*/ 0 w 5582675"/>
              <a:gd name="connsiteY6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220019 w 5582675"/>
              <a:gd name="connsiteY4" fmla="*/ 3442880 h 5900239"/>
              <a:gd name="connsiteX5" fmla="*/ 62539 w 5582675"/>
              <a:gd name="connsiteY5" fmla="*/ 237400 h 5900239"/>
              <a:gd name="connsiteX6" fmla="*/ 0 w 5582675"/>
              <a:gd name="connsiteY6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220019 w 5582675"/>
              <a:gd name="connsiteY4" fmla="*/ 3442880 h 5900239"/>
              <a:gd name="connsiteX5" fmla="*/ 62539 w 5582675"/>
              <a:gd name="connsiteY5" fmla="*/ 237400 h 5900239"/>
              <a:gd name="connsiteX6" fmla="*/ 0 w 5582675"/>
              <a:gd name="connsiteY6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220019 w 5582675"/>
              <a:gd name="connsiteY4" fmla="*/ 3442880 h 5900239"/>
              <a:gd name="connsiteX5" fmla="*/ 62539 w 5582675"/>
              <a:gd name="connsiteY5" fmla="*/ 237400 h 5900239"/>
              <a:gd name="connsiteX6" fmla="*/ 0 w 5582675"/>
              <a:gd name="connsiteY6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220019 w 5582675"/>
              <a:gd name="connsiteY4" fmla="*/ 3442880 h 5900239"/>
              <a:gd name="connsiteX5" fmla="*/ 47299 w 5582675"/>
              <a:gd name="connsiteY5" fmla="*/ 247560 h 5900239"/>
              <a:gd name="connsiteX6" fmla="*/ 0 w 5582675"/>
              <a:gd name="connsiteY6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11739 w 5582675"/>
              <a:gd name="connsiteY4" fmla="*/ 5647600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52379 w 5582675"/>
              <a:gd name="connsiteY4" fmla="*/ 5647600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42854 w 5582675"/>
              <a:gd name="connsiteY4" fmla="*/ 5653315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42854 w 5582675"/>
              <a:gd name="connsiteY4" fmla="*/ 5653315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42854 w 5582675"/>
              <a:gd name="connsiteY4" fmla="*/ 5653315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42854 w 5582675"/>
              <a:gd name="connsiteY4" fmla="*/ 5653315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42854 w 5582675"/>
              <a:gd name="connsiteY4" fmla="*/ 5653315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  <a:gd name="connsiteX0" fmla="*/ 0 w 5582675"/>
              <a:gd name="connsiteY0" fmla="*/ 0 h 5900239"/>
              <a:gd name="connsiteX1" fmla="*/ 5582675 w 5582675"/>
              <a:gd name="connsiteY1" fmla="*/ 0 h 5900239"/>
              <a:gd name="connsiteX2" fmla="*/ 5582675 w 5582675"/>
              <a:gd name="connsiteY2" fmla="*/ 5900239 h 5900239"/>
              <a:gd name="connsiteX3" fmla="*/ 0 w 5582675"/>
              <a:gd name="connsiteY3" fmla="*/ 5900239 h 5900239"/>
              <a:gd name="connsiteX4" fmla="*/ 42854 w 5582675"/>
              <a:gd name="connsiteY4" fmla="*/ 5653315 h 5900239"/>
              <a:gd name="connsiteX5" fmla="*/ 220019 w 5582675"/>
              <a:gd name="connsiteY5" fmla="*/ 3442880 h 5900239"/>
              <a:gd name="connsiteX6" fmla="*/ 47299 w 5582675"/>
              <a:gd name="connsiteY6" fmla="*/ 247560 h 5900239"/>
              <a:gd name="connsiteX7" fmla="*/ 0 w 5582675"/>
              <a:gd name="connsiteY7" fmla="*/ 0 h 5900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82675" h="5900239">
                <a:moveTo>
                  <a:pt x="0" y="0"/>
                </a:moveTo>
                <a:lnTo>
                  <a:pt x="5582675" y="0"/>
                </a:lnTo>
                <a:lnTo>
                  <a:pt x="5582675" y="5900239"/>
                </a:lnTo>
                <a:lnTo>
                  <a:pt x="0" y="5900239"/>
                </a:lnTo>
                <a:cubicBezTo>
                  <a:pt x="14285" y="5817931"/>
                  <a:pt x="34284" y="5741338"/>
                  <a:pt x="42854" y="5653315"/>
                </a:cubicBezTo>
                <a:cubicBezTo>
                  <a:pt x="145724" y="4908883"/>
                  <a:pt x="181919" y="4332092"/>
                  <a:pt x="220019" y="3442880"/>
                </a:cubicBezTo>
                <a:cubicBezTo>
                  <a:pt x="221712" y="2333747"/>
                  <a:pt x="182766" y="1285573"/>
                  <a:pt x="47299" y="247560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2300" b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A5200-74F0-9445-8847-A53AA9C11C7B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97730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17C1C-DA5E-F743-826B-CB70C940D4E6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7171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0E4C-E478-1D40-94DF-17D7429B053A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5993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9061-1D22-724D-9508-7BAEAF287353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264808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9061-1D22-724D-9508-7BAEAF287353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75C1B7F-CD73-441E-89FC-46AA9E8B51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64150" y="2406650"/>
            <a:ext cx="8663700" cy="34776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29742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05E0F-8980-D24A-B2F9-0C7A13C6A6DE}" type="datetime1">
              <a:rPr lang="en-US" noProof="0" smtClean="0"/>
              <a:t>11-Mar-26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1922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8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6ACA6CA-E140-824D-8E8B-5CC5036BDBAE}" type="datetime1">
              <a:rPr lang="en-US" noProof="0" smtClean="0"/>
              <a:pPr/>
              <a:t>11-Mar-26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9FF96B15-8338-45D5-A943-561235072D6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63915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59" r:id="rId4"/>
    <p:sldLayoutId id="2147483860" r:id="rId5"/>
    <p:sldLayoutId id="2147483861" r:id="rId6"/>
    <p:sldLayoutId id="2147483862" r:id="rId7"/>
    <p:sldLayoutId id="2147483864" r:id="rId8"/>
    <p:sldLayoutId id="2147483863" r:id="rId9"/>
    <p:sldLayoutId id="2147483858" r:id="rId10"/>
    <p:sldLayoutId id="2147483865" r:id="rId11"/>
    <p:sldLayoutId id="2147483844" r:id="rId12"/>
    <p:sldLayoutId id="2147483845" r:id="rId13"/>
    <p:sldLayoutId id="2147483846" r:id="rId14"/>
    <p:sldLayoutId id="2147483866" r:id="rId15"/>
    <p:sldLayoutId id="2147483847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12" Type="http://schemas.openxmlformats.org/officeDocument/2006/relationships/image" Target="../media/image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129B41E-FC51-4047-9C2D-7FA6782DAFEB}"/>
              </a:ext>
            </a:extLst>
          </p:cNvPr>
          <p:cNvSpPr txBox="1">
            <a:spLocks/>
          </p:cNvSpPr>
          <p:nvPr/>
        </p:nvSpPr>
        <p:spPr bwMode="gray">
          <a:xfrm>
            <a:off x="1097290" y="946436"/>
            <a:ext cx="8825658" cy="26776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 smtClean="0">
                <a:solidFill>
                  <a:schemeClr val="bg1"/>
                </a:solidFill>
              </a:rPr>
              <a:t>Database as a Service: </a:t>
            </a:r>
            <a:r>
              <a:rPr lang="sr-Cyrl-RS" sz="2800" dirty="0" smtClean="0">
                <a:solidFill>
                  <a:schemeClr val="bg1"/>
                </a:solidFill>
              </a:rPr>
              <a:t>Употреба </a:t>
            </a:r>
            <a:r>
              <a:rPr lang="en-US" sz="2800" dirty="0" smtClean="0">
                <a:solidFill>
                  <a:schemeClr val="bg1"/>
                </a:solidFill>
              </a:rPr>
              <a:t>PostgreSQL </a:t>
            </a:r>
            <a:r>
              <a:rPr lang="sr-Cyrl-RS" sz="2800" dirty="0" smtClean="0">
                <a:solidFill>
                  <a:schemeClr val="bg1"/>
                </a:solidFill>
              </a:rPr>
              <a:t>базе у </a:t>
            </a:r>
            <a:r>
              <a:rPr lang="en-US" sz="2800" dirty="0" smtClean="0">
                <a:solidFill>
                  <a:schemeClr val="bg1"/>
                </a:solidFill>
              </a:rPr>
              <a:t>Google Cloud SQL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52E989F-747B-4007-9C7A-A35E8B662A7B}"/>
              </a:ext>
            </a:extLst>
          </p:cNvPr>
          <p:cNvSpPr txBox="1">
            <a:spLocks/>
          </p:cNvSpPr>
          <p:nvPr/>
        </p:nvSpPr>
        <p:spPr>
          <a:xfrm>
            <a:off x="1097290" y="4698555"/>
            <a:ext cx="10468635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r-Cyrl-RS" dirty="0" smtClean="0"/>
              <a:t>                          Ментор:													    Студент:														</a:t>
            </a:r>
          </a:p>
          <a:p>
            <a:r>
              <a:rPr lang="sr-Cyrl-RS" dirty="0" smtClean="0"/>
              <a:t>Проф. др Александар Станимировић							Ненад Павловић бр. Инд. 1796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793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Садржај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Cloud </a:t>
            </a:r>
            <a:r>
              <a:rPr lang="sr-Cyrl-RS" dirty="0" smtClean="0"/>
              <a:t>рачунарство и модели сервиса</a:t>
            </a:r>
          </a:p>
          <a:p>
            <a:r>
              <a:rPr lang="en-US" dirty="0" smtClean="0"/>
              <a:t>PostgreSQL </a:t>
            </a:r>
            <a:r>
              <a:rPr lang="sr-Cyrl-RS" dirty="0" smtClean="0"/>
              <a:t>база података</a:t>
            </a:r>
          </a:p>
          <a:p>
            <a:r>
              <a:rPr lang="en-US" dirty="0" smtClean="0"/>
              <a:t>Google Cloud SQL </a:t>
            </a:r>
            <a:r>
              <a:rPr lang="sr-Cyrl-RS" dirty="0" smtClean="0"/>
              <a:t>сервис</a:t>
            </a:r>
          </a:p>
          <a:p>
            <a:r>
              <a:rPr lang="sr-Cyrl-RS" dirty="0" smtClean="0"/>
              <a:t>Практични експерименти</a:t>
            </a:r>
          </a:p>
          <a:p>
            <a:r>
              <a:rPr lang="sr-Cyrl-RS" dirty="0" smtClean="0"/>
              <a:t>Закључак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2</a:t>
            </a:fld>
            <a:endParaRPr lang="en-US" noProof="0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7199765" y="3413919"/>
            <a:ext cx="3152775" cy="179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860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Cloud </a:t>
            </a:r>
            <a:r>
              <a:rPr lang="sr-Cyrl-RS" sz="2800" dirty="0" smtClean="0"/>
              <a:t>рачунарство и модели сервиса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3</a:t>
            </a:fld>
            <a:endParaRPr lang="en-US" noProof="0" dirty="0"/>
          </a:p>
        </p:txBody>
      </p:sp>
      <p:sp>
        <p:nvSpPr>
          <p:cNvPr id="6" name="AutoShape 2" descr="preencoded.png"/>
          <p:cNvSpPr>
            <a:spLocks noChangeAspect="1" noChangeArrowheads="1"/>
          </p:cNvSpPr>
          <p:nvPr/>
        </p:nvSpPr>
        <p:spPr bwMode="auto">
          <a:xfrm>
            <a:off x="155575" y="-301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787134204"/>
              </p:ext>
            </p:extLst>
          </p:nvPr>
        </p:nvGraphicFramePr>
        <p:xfrm>
          <a:off x="460375" y="2598265"/>
          <a:ext cx="7312025" cy="17640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3206597462"/>
              </p:ext>
            </p:extLst>
          </p:nvPr>
        </p:nvGraphicFramePr>
        <p:xfrm>
          <a:off x="460375" y="4806006"/>
          <a:ext cx="7312025" cy="15704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10" name="Picture 9"/>
          <p:cNvPicPr/>
          <p:nvPr/>
        </p:nvPicPr>
        <p:blipFill>
          <a:blip r:embed="rId12"/>
          <a:stretch>
            <a:fillRect/>
          </a:stretch>
        </p:blipFill>
        <p:spPr>
          <a:xfrm>
            <a:off x="8038147" y="3502387"/>
            <a:ext cx="4001453" cy="171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90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PostgreSQL </a:t>
            </a:r>
            <a:r>
              <a:rPr lang="sr-Cyrl-RS" dirty="0" smtClean="0"/>
              <a:t>база података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3030" y="2451100"/>
            <a:ext cx="6445995" cy="3416300"/>
          </a:xfrm>
        </p:spPr>
        <p:txBody>
          <a:bodyPr>
            <a:normAutofit fontScale="92500" lnSpcReduction="20000"/>
          </a:bodyPr>
          <a:lstStyle/>
          <a:p>
            <a:r>
              <a:rPr lang="sr-Cyrl-RS" dirty="0" smtClean="0"/>
              <a:t>Релациони модел: табеле, редови, колоне</a:t>
            </a:r>
          </a:p>
          <a:p>
            <a:r>
              <a:rPr lang="sr-Cyrl-RS" dirty="0" smtClean="0"/>
              <a:t>Стандардизовани </a:t>
            </a:r>
            <a:r>
              <a:rPr lang="en-US" dirty="0" smtClean="0"/>
              <a:t>SQL</a:t>
            </a:r>
            <a:r>
              <a:rPr lang="sr-Cyrl-RS" dirty="0" smtClean="0"/>
              <a:t> језик са проширењима</a:t>
            </a:r>
          </a:p>
          <a:p>
            <a:r>
              <a:rPr lang="en-US" dirty="0" smtClean="0"/>
              <a:t>ACID</a:t>
            </a:r>
            <a:r>
              <a:rPr lang="sr-Cyrl-RS" dirty="0" smtClean="0"/>
              <a:t> осонине – атомичност, конзистентност, изолованост, трајност</a:t>
            </a:r>
          </a:p>
          <a:p>
            <a:r>
              <a:rPr lang="sr-Cyrl-RS" dirty="0" smtClean="0"/>
              <a:t>Напредни механизам индексирања за брзо претраживање</a:t>
            </a:r>
          </a:p>
          <a:p>
            <a:r>
              <a:rPr lang="sr-Cyrl-RS" dirty="0" smtClean="0"/>
              <a:t>Проширивост: кориснички типови, функције, оператори</a:t>
            </a:r>
          </a:p>
          <a:p>
            <a:r>
              <a:rPr lang="sr-Cyrl-RS" dirty="0" smtClean="0"/>
              <a:t>Контрола приступа и управљање корисничким привилегијама</a:t>
            </a:r>
          </a:p>
          <a:p>
            <a:r>
              <a:rPr lang="sr-Cyrl-RS" dirty="0" smtClean="0"/>
              <a:t>Подршка на свим </a:t>
            </a:r>
            <a:r>
              <a:rPr lang="en-US" dirty="0" smtClean="0"/>
              <a:t>cloud</a:t>
            </a:r>
            <a:r>
              <a:rPr lang="sr-Cyrl-RS" dirty="0" smtClean="0"/>
              <a:t> платформама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4</a:t>
            </a:fld>
            <a:endParaRPr lang="en-US" noProof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025" y="3046616"/>
            <a:ext cx="4433888" cy="222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393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Google Cloud SQL </a:t>
            </a:r>
            <a:r>
              <a:rPr lang="sr-Cyrl-RS" dirty="0" smtClean="0"/>
              <a:t>сервис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5</a:t>
            </a:fld>
            <a:endParaRPr lang="en-US" noProof="0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859907834"/>
              </p:ext>
            </p:extLst>
          </p:nvPr>
        </p:nvGraphicFramePr>
        <p:xfrm>
          <a:off x="1154953" y="3000695"/>
          <a:ext cx="7369920" cy="1634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492819888"/>
              </p:ext>
            </p:extLst>
          </p:nvPr>
        </p:nvGraphicFramePr>
        <p:xfrm>
          <a:off x="1154953" y="4779667"/>
          <a:ext cx="7369920" cy="15704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993030" y="2303691"/>
            <a:ext cx="10197709" cy="682625"/>
          </a:xfrm>
        </p:spPr>
        <p:txBody>
          <a:bodyPr>
            <a:normAutofit/>
          </a:bodyPr>
          <a:lstStyle/>
          <a:p>
            <a:r>
              <a:rPr lang="en-US" sz="1600" dirty="0" smtClean="0"/>
              <a:t>Cloud SQL je </a:t>
            </a:r>
            <a:r>
              <a:rPr lang="en-US" sz="1600" dirty="0" err="1" smtClean="0"/>
              <a:t>DBaaS</a:t>
            </a:r>
            <a:r>
              <a:rPr lang="sr-Cyrl-RS" sz="1600" dirty="0" smtClean="0"/>
              <a:t> сервис платформе </a:t>
            </a:r>
            <a:r>
              <a:rPr lang="en-US" sz="1600" dirty="0" smtClean="0"/>
              <a:t>Google Cloud Platform. </a:t>
            </a:r>
            <a:r>
              <a:rPr lang="sr-Cyrl-RS" sz="1600" dirty="0" smtClean="0"/>
              <a:t>Корисници добијају </a:t>
            </a:r>
            <a:r>
              <a:rPr lang="en-US" sz="1600" dirty="0" smtClean="0"/>
              <a:t>PostgreSQL (</a:t>
            </a:r>
            <a:r>
              <a:rPr lang="sr-Cyrl-RS" sz="1600" dirty="0" smtClean="0"/>
              <a:t>или </a:t>
            </a:r>
            <a:r>
              <a:rPr lang="en-US" sz="1600" dirty="0" smtClean="0"/>
              <a:t>MySQL, SQL Server) </a:t>
            </a:r>
            <a:r>
              <a:rPr lang="sr-Cyrl-RS" sz="1600" dirty="0" smtClean="0"/>
              <a:t>без инсталације и администрације сервера</a:t>
            </a:r>
            <a:endParaRPr lang="en-US" sz="16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16694" y="3000695"/>
            <a:ext cx="2738339" cy="260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049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Практични експерименти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 smtClean="0"/>
              <a:t>Сви експерименти су изведени на </a:t>
            </a:r>
            <a:r>
              <a:rPr lang="en-US" dirty="0" smtClean="0"/>
              <a:t>Google Cloud Platform</a:t>
            </a:r>
            <a:r>
              <a:rPr lang="sr-Cyrl-RS" dirty="0" smtClean="0"/>
              <a:t> платформи</a:t>
            </a:r>
          </a:p>
          <a:p>
            <a:r>
              <a:rPr lang="sr-Cyrl-RS" dirty="0" smtClean="0"/>
              <a:t>Битно је нагласити да се </a:t>
            </a:r>
            <a:r>
              <a:rPr lang="en-US" dirty="0" smtClean="0"/>
              <a:t>Google Cloud SQL </a:t>
            </a:r>
            <a:r>
              <a:rPr lang="sr-Cyrl-RS" dirty="0" smtClean="0"/>
              <a:t>наплаћује као и већина </a:t>
            </a:r>
            <a:r>
              <a:rPr lang="en-US" dirty="0" smtClean="0"/>
              <a:t>Google – </a:t>
            </a:r>
            <a:r>
              <a:rPr lang="sr-Cyrl-RS" dirty="0" smtClean="0"/>
              <a:t>ових сервиса</a:t>
            </a:r>
          </a:p>
          <a:p>
            <a:r>
              <a:rPr lang="sr-Cyrl-RS" dirty="0" smtClean="0"/>
              <a:t>Експерименти су обављени уз $300 долареа кредита за тестирање али и поред бесплатног периода неопходно је додати картицу да би кренуо бесплатни период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8832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Креирање </a:t>
            </a:r>
            <a:r>
              <a:rPr lang="en-US" dirty="0" smtClean="0"/>
              <a:t>PostgreSQL </a:t>
            </a:r>
            <a:r>
              <a:rPr lang="sr-Cyrl-RS" dirty="0" smtClean="0"/>
              <a:t>инстанце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 smtClean="0"/>
              <a:t>Потупак за креирање </a:t>
            </a:r>
            <a:r>
              <a:rPr lang="en-US" dirty="0" smtClean="0"/>
              <a:t>PostgreSQL </a:t>
            </a:r>
            <a:r>
              <a:rPr lang="sr-Cyrl-RS" dirty="0" smtClean="0"/>
              <a:t>инстанце: Пријављивање на </a:t>
            </a:r>
            <a:r>
              <a:rPr lang="en-US" dirty="0" smtClean="0"/>
              <a:t>Cloud </a:t>
            </a:r>
            <a:r>
              <a:rPr lang="en-US" dirty="0" err="1" smtClean="0"/>
              <a:t>Sql</a:t>
            </a:r>
            <a:r>
              <a:rPr lang="sr-Cyrl-RS" dirty="0"/>
              <a:t> </a:t>
            </a:r>
            <a:r>
              <a:rPr lang="sr-Cyrl-RS" dirty="0" smtClean="0"/>
              <a:t>конзоли, одабир </a:t>
            </a:r>
            <a:r>
              <a:rPr lang="en-US" dirty="0" smtClean="0"/>
              <a:t>create instance, </a:t>
            </a:r>
            <a:r>
              <a:rPr lang="sr-Cyrl-RS" dirty="0" smtClean="0"/>
              <a:t>одабир јачине инстанце: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7</a:t>
            </a:fld>
            <a:endParaRPr lang="en-US" noProof="0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571749" y="3600451"/>
            <a:ext cx="6791325" cy="223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943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Креирање </a:t>
            </a:r>
            <a:r>
              <a:rPr lang="en-US" dirty="0"/>
              <a:t>PostgreSQL </a:t>
            </a:r>
            <a:r>
              <a:rPr lang="sr-Cyrl-RS" dirty="0"/>
              <a:t>инстанце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155" y="2670175"/>
            <a:ext cx="5045820" cy="3416300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Приликом</a:t>
            </a:r>
            <a:r>
              <a:rPr lang="en-US" dirty="0"/>
              <a:t> </a:t>
            </a:r>
            <a:r>
              <a:rPr lang="en-US" dirty="0" err="1"/>
              <a:t>конфигурације</a:t>
            </a:r>
            <a:r>
              <a:rPr lang="en-US" dirty="0"/>
              <a:t> </a:t>
            </a:r>
            <a:r>
              <a:rPr lang="en-US" dirty="0" err="1"/>
              <a:t>дефинисани</a:t>
            </a:r>
            <a:r>
              <a:rPr lang="en-US" dirty="0"/>
              <a:t> </a:t>
            </a:r>
            <a:r>
              <a:rPr lang="en-US" dirty="0" err="1"/>
              <a:t>су</a:t>
            </a:r>
            <a:r>
              <a:rPr lang="en-US" dirty="0"/>
              <a:t> </a:t>
            </a:r>
            <a:r>
              <a:rPr lang="en-US" dirty="0" err="1"/>
              <a:t>следећи</a:t>
            </a:r>
            <a:r>
              <a:rPr lang="en-US" dirty="0"/>
              <a:t> </a:t>
            </a:r>
            <a:r>
              <a:rPr lang="en-US" dirty="0" err="1"/>
              <a:t>параметри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име</a:t>
            </a:r>
            <a:r>
              <a:rPr lang="en-US" dirty="0"/>
              <a:t> instance-а</a:t>
            </a:r>
          </a:p>
          <a:p>
            <a:pPr lvl="1"/>
            <a:r>
              <a:rPr lang="sr-Cyrl-RS" dirty="0"/>
              <a:t>шифру за приступ инстанци</a:t>
            </a:r>
            <a:endParaRPr lang="en-US" dirty="0"/>
          </a:p>
          <a:p>
            <a:pPr lvl="1"/>
            <a:r>
              <a:rPr lang="en-US" dirty="0" err="1"/>
              <a:t>регион</a:t>
            </a:r>
            <a:r>
              <a:rPr lang="en-US" dirty="0"/>
              <a:t> у </a:t>
            </a:r>
            <a:r>
              <a:rPr lang="en-US" dirty="0" err="1"/>
              <a:t>коме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сервер</a:t>
            </a:r>
            <a:r>
              <a:rPr lang="en-US" dirty="0"/>
              <a:t> </a:t>
            </a:r>
            <a:r>
              <a:rPr lang="en-US" dirty="0" err="1"/>
              <a:t>налази</a:t>
            </a:r>
            <a:endParaRPr lang="en-US" dirty="0"/>
          </a:p>
          <a:p>
            <a:pPr lvl="1"/>
            <a:r>
              <a:rPr lang="en-US" dirty="0" err="1"/>
              <a:t>количина</a:t>
            </a:r>
            <a:r>
              <a:rPr lang="en-US" dirty="0"/>
              <a:t> RAM </a:t>
            </a:r>
            <a:r>
              <a:rPr lang="en-US" dirty="0" err="1"/>
              <a:t>меморије</a:t>
            </a:r>
            <a:endParaRPr lang="en-US" dirty="0"/>
          </a:p>
          <a:p>
            <a:pPr lvl="1"/>
            <a:r>
              <a:rPr lang="en-US" dirty="0" err="1"/>
              <a:t>број</a:t>
            </a:r>
            <a:r>
              <a:rPr lang="en-US" dirty="0"/>
              <a:t> </a:t>
            </a:r>
            <a:r>
              <a:rPr lang="en-US" dirty="0" err="1"/>
              <a:t>процесорских</a:t>
            </a:r>
            <a:r>
              <a:rPr lang="en-US" dirty="0"/>
              <a:t> </a:t>
            </a:r>
            <a:r>
              <a:rPr lang="en-US" dirty="0" err="1"/>
              <a:t>језгара</a:t>
            </a:r>
            <a:endParaRPr lang="en-US" dirty="0"/>
          </a:p>
          <a:p>
            <a:pPr lvl="1"/>
            <a:r>
              <a:rPr lang="en-US" dirty="0" err="1"/>
              <a:t>величина</a:t>
            </a:r>
            <a:r>
              <a:rPr lang="en-US" dirty="0"/>
              <a:t> </a:t>
            </a:r>
            <a:r>
              <a:rPr lang="en-US" dirty="0" err="1"/>
              <a:t>складишног</a:t>
            </a:r>
            <a:r>
              <a:rPr lang="en-US" dirty="0"/>
              <a:t> </a:t>
            </a:r>
            <a:r>
              <a:rPr lang="en-US" dirty="0" err="1"/>
              <a:t>простора</a:t>
            </a:r>
            <a:endParaRPr lang="en-US" dirty="0"/>
          </a:p>
          <a:p>
            <a:pPr lvl="1"/>
            <a:r>
              <a:rPr lang="sr-Cyrl-RS" dirty="0"/>
              <a:t>сигурност података</a:t>
            </a:r>
            <a:endParaRPr lang="en-US" dirty="0"/>
          </a:p>
          <a:p>
            <a:pPr lvl="1"/>
            <a:r>
              <a:rPr lang="sr-Cyrl-RS" dirty="0"/>
              <a:t>забрана брисања инстанце</a:t>
            </a:r>
            <a:endParaRPr lang="en-US" dirty="0"/>
          </a:p>
          <a:p>
            <a:pPr lvl="1"/>
            <a:r>
              <a:rPr lang="sr-Cyrl-RS" dirty="0"/>
              <a:t>дозвољене ip адресе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8</a:t>
            </a:fld>
            <a:endParaRPr lang="en-US" noProof="0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6005329" y="2670174"/>
            <a:ext cx="5681846" cy="367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246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Креирање </a:t>
            </a:r>
            <a:r>
              <a:rPr lang="en-US" dirty="0"/>
              <a:t>PostgreSQL </a:t>
            </a:r>
            <a:r>
              <a:rPr lang="sr-Cyrl-RS" dirty="0"/>
              <a:t>инстанце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9</a:t>
            </a:fld>
            <a:endParaRPr lang="en-US" noProof="0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974103" y="2619375"/>
            <a:ext cx="3795713" cy="3872547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6379209" y="2619375"/>
            <a:ext cx="2698115" cy="387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659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Повезивање са базом података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 smtClean="0"/>
              <a:t>За повбезивањем са базом података потребно је подесити дозовљене </a:t>
            </a:r>
            <a:r>
              <a:rPr lang="en-US" dirty="0" smtClean="0"/>
              <a:t>IP </a:t>
            </a:r>
            <a:r>
              <a:rPr lang="sr-Cyrl-RS" dirty="0" smtClean="0"/>
              <a:t>адресе</a:t>
            </a:r>
            <a:r>
              <a:rPr lang="en-US" dirty="0" smtClean="0"/>
              <a:t> </a:t>
            </a:r>
            <a:r>
              <a:rPr lang="sr-Cyrl-RS" dirty="0"/>
              <a:t>и</a:t>
            </a:r>
            <a:r>
              <a:rPr lang="sr-Cyrl-RS" dirty="0" smtClean="0"/>
              <a:t> пожељно је креирати корисника (или више њих)</a:t>
            </a:r>
          </a:p>
          <a:p>
            <a:r>
              <a:rPr lang="sr-Cyrl-RS" dirty="0" smtClean="0"/>
              <a:t>Додавање корисника се обавља у </a:t>
            </a:r>
            <a:r>
              <a:rPr lang="en-US" dirty="0" smtClean="0"/>
              <a:t>Users </a:t>
            </a:r>
            <a:r>
              <a:rPr lang="sr-Cyrl-RS" dirty="0" smtClean="0"/>
              <a:t>табу постављањем корисничком имена и шифре</a:t>
            </a:r>
          </a:p>
          <a:p>
            <a:r>
              <a:rPr lang="sr-Cyrl-RS" dirty="0" smtClean="0"/>
              <a:t>Ограничавање приступа бази на нивоу </a:t>
            </a:r>
            <a:r>
              <a:rPr lang="en-US" dirty="0" smtClean="0"/>
              <a:t>IP </a:t>
            </a:r>
            <a:r>
              <a:rPr lang="sr-Cyrl-RS" dirty="0" smtClean="0"/>
              <a:t>адресе се обавља у </a:t>
            </a:r>
            <a:r>
              <a:rPr lang="en-US" dirty="0" smtClean="0"/>
              <a:t>connection </a:t>
            </a:r>
            <a:r>
              <a:rPr lang="sr-Cyrl-RS" dirty="0" smtClean="0"/>
              <a:t>табу </a:t>
            </a:r>
          </a:p>
          <a:p>
            <a:r>
              <a:rPr lang="sr-Cyrl-RS" dirty="0" smtClean="0"/>
              <a:t>Могуће је повезати се преко </a:t>
            </a:r>
            <a:r>
              <a:rPr lang="en-US" dirty="0" smtClean="0"/>
              <a:t>Cloud SQL </a:t>
            </a:r>
            <a:r>
              <a:rPr lang="en-US" dirty="0" err="1" smtClean="0"/>
              <a:t>Studi</a:t>
            </a:r>
            <a:r>
              <a:rPr lang="en-US" dirty="0" smtClean="0"/>
              <a:t>-a </a:t>
            </a:r>
            <a:r>
              <a:rPr lang="sr-Cyrl-RS" dirty="0" smtClean="0"/>
              <a:t>или неког десктоп алата за упшрављање базом података типа</a:t>
            </a:r>
            <a:r>
              <a:rPr lang="en-US" dirty="0" smtClean="0"/>
              <a:t> </a:t>
            </a:r>
            <a:r>
              <a:rPr lang="en-US" dirty="0" err="1" smtClean="0"/>
              <a:t>pgAdmin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08375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Повезивање са базом података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11</a:t>
            </a:fld>
            <a:endParaRPr lang="en-US" noProof="0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518160" y="3076575"/>
            <a:ext cx="3101340" cy="2878137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3876246" y="3076574"/>
            <a:ext cx="3992245" cy="2878137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4"/>
          <a:stretch>
            <a:fillRect/>
          </a:stretch>
        </p:blipFill>
        <p:spPr>
          <a:xfrm>
            <a:off x="8125237" y="3076574"/>
            <a:ext cx="3065502" cy="287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309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Креирање база податак и табела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</a:t>
            </a:r>
            <a:r>
              <a:rPr lang="sr-Cyrl-RS" dirty="0"/>
              <a:t>реирање базе је могуће преко gui команде али могуће је као и </a:t>
            </a:r>
            <a:r>
              <a:rPr lang="sr-Cyrl-RS" dirty="0" smtClean="0"/>
              <a:t>помоћу </a:t>
            </a:r>
            <a:r>
              <a:rPr lang="sr-Cyrl-RS" dirty="0"/>
              <a:t>класичне </a:t>
            </a:r>
            <a:r>
              <a:rPr lang="en-US" dirty="0"/>
              <a:t>SQL </a:t>
            </a:r>
            <a:r>
              <a:rPr lang="sr-Cyrl-RS" dirty="0" smtClean="0"/>
              <a:t>команде која се уноси у </a:t>
            </a:r>
            <a:r>
              <a:rPr lang="en-US" dirty="0" smtClean="0"/>
              <a:t>Cloud SQL studio-</a:t>
            </a:r>
            <a:r>
              <a:rPr lang="sr-Cyrl-RS" dirty="0" smtClean="0"/>
              <a:t>у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12</a:t>
            </a:fld>
            <a:endParaRPr lang="en-US" noProof="0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665412" y="3486150"/>
            <a:ext cx="5792788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71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Унос и обрада података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/>
              <a:t>Након што су база и табела креирана могућ је унос и обрада података у бази апсолутно исто као и у локалној бази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13</a:t>
            </a:fld>
            <a:endParaRPr lang="en-US" noProof="0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154953" y="3600450"/>
            <a:ext cx="7364730" cy="254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385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Репликација података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404" y="2613025"/>
            <a:ext cx="11284695" cy="3416300"/>
          </a:xfrm>
        </p:spPr>
        <p:txBody>
          <a:bodyPr>
            <a:normAutofit/>
          </a:bodyPr>
          <a:lstStyle/>
          <a:p>
            <a:r>
              <a:rPr lang="en-US" dirty="0"/>
              <a:t>У </a:t>
            </a:r>
            <a:r>
              <a:rPr lang="en-US" dirty="0" err="1"/>
              <a:t>сервису</a:t>
            </a:r>
            <a:r>
              <a:rPr lang="en-US" dirty="0"/>
              <a:t> Google Cloud SQL </a:t>
            </a:r>
            <a:r>
              <a:rPr lang="en-US" dirty="0" err="1"/>
              <a:t>креирање</a:t>
            </a:r>
            <a:r>
              <a:rPr lang="en-US" dirty="0"/>
              <a:t> replica instance-а </a:t>
            </a:r>
            <a:r>
              <a:rPr lang="en-US" dirty="0" err="1"/>
              <a:t>врши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директно</a:t>
            </a:r>
            <a:r>
              <a:rPr lang="en-US" dirty="0"/>
              <a:t> </a:t>
            </a:r>
            <a:r>
              <a:rPr lang="en-US" dirty="0" err="1"/>
              <a:t>преко</a:t>
            </a:r>
            <a:r>
              <a:rPr lang="en-US" dirty="0"/>
              <a:t> </a:t>
            </a:r>
            <a:r>
              <a:rPr lang="en-US" dirty="0" err="1"/>
              <a:t>административног</a:t>
            </a:r>
            <a:r>
              <a:rPr lang="en-US" dirty="0"/>
              <a:t> </a:t>
            </a:r>
            <a:r>
              <a:rPr lang="en-US" dirty="0" err="1"/>
              <a:t>интерфејса</a:t>
            </a:r>
            <a:r>
              <a:rPr lang="en-US" dirty="0"/>
              <a:t> </a:t>
            </a:r>
            <a:r>
              <a:rPr lang="en-US" dirty="0" err="1"/>
              <a:t>платформе</a:t>
            </a:r>
            <a:r>
              <a:rPr lang="en-US" dirty="0"/>
              <a:t> Google Cloud Platform.</a:t>
            </a:r>
          </a:p>
          <a:p>
            <a:r>
              <a:rPr lang="en-US" dirty="0" err="1"/>
              <a:t>Поступак</a:t>
            </a:r>
            <a:r>
              <a:rPr lang="en-US" dirty="0"/>
              <a:t> </a:t>
            </a:r>
            <a:r>
              <a:rPr lang="en-US" dirty="0" err="1"/>
              <a:t>креирања</a:t>
            </a:r>
            <a:r>
              <a:rPr lang="en-US" dirty="0"/>
              <a:t> replica instance-а </a:t>
            </a:r>
            <a:r>
              <a:rPr lang="en-US" dirty="0" err="1"/>
              <a:t>обухвата</a:t>
            </a:r>
            <a:r>
              <a:rPr lang="en-US" dirty="0"/>
              <a:t> </a:t>
            </a:r>
            <a:r>
              <a:rPr lang="en-US" dirty="0" err="1"/>
              <a:t>следеће</a:t>
            </a:r>
            <a:r>
              <a:rPr lang="en-US" dirty="0"/>
              <a:t> </a:t>
            </a:r>
            <a:r>
              <a:rPr lang="en-US" dirty="0" err="1"/>
              <a:t>кораке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Отварање</a:t>
            </a:r>
            <a:r>
              <a:rPr lang="en-US" dirty="0"/>
              <a:t> Cloud SQL </a:t>
            </a:r>
            <a:r>
              <a:rPr lang="en-US" dirty="0" err="1"/>
              <a:t>конзоле</a:t>
            </a:r>
            <a:endParaRPr lang="en-US" dirty="0"/>
          </a:p>
          <a:p>
            <a:pPr lvl="1"/>
            <a:r>
              <a:rPr lang="en-US" dirty="0" err="1"/>
              <a:t>Избор</a:t>
            </a:r>
            <a:r>
              <a:rPr lang="en-US" dirty="0"/>
              <a:t> </a:t>
            </a:r>
            <a:r>
              <a:rPr lang="en-US" dirty="0" err="1"/>
              <a:t>постојеће</a:t>
            </a:r>
            <a:r>
              <a:rPr lang="en-US" dirty="0"/>
              <a:t> PostgreSQL instance</a:t>
            </a:r>
          </a:p>
          <a:p>
            <a:pPr lvl="1"/>
            <a:r>
              <a:rPr lang="en-US" dirty="0" err="1"/>
              <a:t>Избор</a:t>
            </a:r>
            <a:r>
              <a:rPr lang="en-US" dirty="0"/>
              <a:t> </a:t>
            </a:r>
            <a:r>
              <a:rPr lang="en-US" dirty="0" err="1"/>
              <a:t>опције</a:t>
            </a:r>
            <a:r>
              <a:rPr lang="en-US" dirty="0"/>
              <a:t> Create read replica</a:t>
            </a:r>
          </a:p>
          <a:p>
            <a:pPr lvl="1"/>
            <a:r>
              <a:rPr lang="en-US" dirty="0" err="1"/>
              <a:t>Дефинисање</a:t>
            </a:r>
            <a:r>
              <a:rPr lang="en-US" dirty="0"/>
              <a:t> </a:t>
            </a:r>
            <a:r>
              <a:rPr lang="en-US" dirty="0" err="1"/>
              <a:t>региона</a:t>
            </a:r>
            <a:r>
              <a:rPr lang="en-US" dirty="0"/>
              <a:t> и </a:t>
            </a:r>
            <a:r>
              <a:rPr lang="en-US" dirty="0" err="1"/>
              <a:t>конфигурације</a:t>
            </a:r>
            <a:r>
              <a:rPr lang="en-US" dirty="0"/>
              <a:t> replica </a:t>
            </a:r>
            <a:r>
              <a:rPr lang="en-US" dirty="0" err="1"/>
              <a:t>сервера</a:t>
            </a:r>
            <a:endParaRPr lang="en-US" dirty="0"/>
          </a:p>
          <a:p>
            <a:pPr lvl="1"/>
            <a:r>
              <a:rPr lang="en-US" dirty="0" err="1"/>
              <a:t>Потврда</a:t>
            </a:r>
            <a:r>
              <a:rPr lang="en-US" dirty="0"/>
              <a:t> </a:t>
            </a:r>
            <a:r>
              <a:rPr lang="en-US" dirty="0" err="1"/>
              <a:t>креирања</a:t>
            </a:r>
            <a:r>
              <a:rPr lang="en-US" dirty="0"/>
              <a:t> instance-а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54739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Репликација података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15</a:t>
            </a:fld>
            <a:endParaRPr lang="en-US" noProof="0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744242" y="3080807"/>
            <a:ext cx="10446497" cy="222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431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Backup </a:t>
            </a:r>
            <a:r>
              <a:rPr lang="sr-Cyrl-RS" dirty="0" smtClean="0"/>
              <a:t>и </a:t>
            </a:r>
            <a:r>
              <a:rPr lang="sr-Latn-RS" dirty="0" smtClean="0"/>
              <a:t>Recovery</a:t>
            </a:r>
            <a:r>
              <a:rPr lang="sr-Cyrl-RS" dirty="0" smtClean="0"/>
              <a:t> механизам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У </a:t>
            </a:r>
            <a:r>
              <a:rPr lang="en-US" dirty="0" err="1"/>
              <a:t>оквиру</a:t>
            </a:r>
            <a:r>
              <a:rPr lang="en-US" dirty="0"/>
              <a:t> </a:t>
            </a:r>
            <a:r>
              <a:rPr lang="en-US" dirty="0" err="1"/>
              <a:t>сервиса</a:t>
            </a:r>
            <a:r>
              <a:rPr lang="en-US" dirty="0"/>
              <a:t> Google Cloud SQL </a:t>
            </a:r>
            <a:r>
              <a:rPr lang="en-US" dirty="0" err="1"/>
              <a:t>могуће</a:t>
            </a:r>
            <a:r>
              <a:rPr lang="en-US" dirty="0"/>
              <a:t> </a:t>
            </a:r>
            <a:r>
              <a:rPr lang="en-US" dirty="0" err="1"/>
              <a:t>је</a:t>
            </a:r>
            <a:r>
              <a:rPr lang="en-US" dirty="0"/>
              <a:t> </a:t>
            </a:r>
            <a:r>
              <a:rPr lang="en-US" dirty="0" err="1"/>
              <a:t>креирати</a:t>
            </a:r>
            <a:r>
              <a:rPr lang="en-US" dirty="0"/>
              <a:t> </a:t>
            </a:r>
            <a:r>
              <a:rPr lang="en-US" dirty="0" err="1"/>
              <a:t>аутоматске</a:t>
            </a:r>
            <a:r>
              <a:rPr lang="en-US" dirty="0"/>
              <a:t> и </a:t>
            </a:r>
            <a:r>
              <a:rPr lang="en-US" dirty="0" err="1"/>
              <a:t>ручне</a:t>
            </a:r>
            <a:r>
              <a:rPr lang="en-US" dirty="0"/>
              <a:t> backup </a:t>
            </a:r>
            <a:r>
              <a:rPr lang="en-US" dirty="0" err="1"/>
              <a:t>копије</a:t>
            </a:r>
            <a:r>
              <a:rPr lang="en-US" dirty="0"/>
              <a:t> </a:t>
            </a:r>
            <a:r>
              <a:rPr lang="en-US" dirty="0" err="1"/>
              <a:t>базе</a:t>
            </a:r>
            <a:r>
              <a:rPr lang="en-US" dirty="0"/>
              <a:t> </a:t>
            </a:r>
            <a:r>
              <a:rPr lang="en-US" dirty="0" err="1"/>
              <a:t>података</a:t>
            </a:r>
            <a:r>
              <a:rPr lang="en-US" dirty="0"/>
              <a:t>.</a:t>
            </a:r>
          </a:p>
          <a:p>
            <a:r>
              <a:rPr lang="en-US" dirty="0" err="1"/>
              <a:t>Поступак</a:t>
            </a:r>
            <a:r>
              <a:rPr lang="en-US" dirty="0"/>
              <a:t> </a:t>
            </a:r>
            <a:r>
              <a:rPr lang="en-US" dirty="0" err="1"/>
              <a:t>креирања</a:t>
            </a:r>
            <a:r>
              <a:rPr lang="en-US" dirty="0"/>
              <a:t> backup </a:t>
            </a:r>
            <a:r>
              <a:rPr lang="en-US" dirty="0" err="1"/>
              <a:t>копије</a:t>
            </a:r>
            <a:r>
              <a:rPr lang="en-US" dirty="0"/>
              <a:t> </a:t>
            </a:r>
            <a:r>
              <a:rPr lang="en-US" dirty="0" err="1"/>
              <a:t>обухвата</a:t>
            </a:r>
            <a:r>
              <a:rPr lang="en-US" dirty="0"/>
              <a:t> </a:t>
            </a:r>
            <a:r>
              <a:rPr lang="en-US" dirty="0" err="1"/>
              <a:t>следеће</a:t>
            </a:r>
            <a:r>
              <a:rPr lang="en-US" dirty="0"/>
              <a:t> </a:t>
            </a:r>
            <a:r>
              <a:rPr lang="en-US" dirty="0" err="1"/>
              <a:t>кораке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Отварање</a:t>
            </a:r>
            <a:r>
              <a:rPr lang="en-US" dirty="0"/>
              <a:t> Cloud SQL instance-а у cloud </a:t>
            </a:r>
            <a:r>
              <a:rPr lang="en-US" dirty="0" err="1"/>
              <a:t>конзоли</a:t>
            </a:r>
            <a:endParaRPr lang="en-US" dirty="0"/>
          </a:p>
          <a:p>
            <a:pPr lvl="1"/>
            <a:r>
              <a:rPr lang="en-US" dirty="0" err="1"/>
              <a:t>Прелазак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секцију</a:t>
            </a:r>
            <a:r>
              <a:rPr lang="en-US" dirty="0"/>
              <a:t> Backups</a:t>
            </a:r>
          </a:p>
          <a:p>
            <a:pPr lvl="1"/>
            <a:r>
              <a:rPr lang="en-US" dirty="0" err="1"/>
              <a:t>Избор</a:t>
            </a:r>
            <a:r>
              <a:rPr lang="en-US" dirty="0"/>
              <a:t> </a:t>
            </a:r>
            <a:r>
              <a:rPr lang="en-US" dirty="0" err="1"/>
              <a:t>опције</a:t>
            </a:r>
            <a:r>
              <a:rPr lang="en-US" dirty="0"/>
              <a:t> Create backup</a:t>
            </a:r>
          </a:p>
          <a:p>
            <a:pPr lvl="1"/>
            <a:r>
              <a:rPr lang="en-US" dirty="0" err="1"/>
              <a:t>Потврда</a:t>
            </a:r>
            <a:r>
              <a:rPr lang="en-US" dirty="0"/>
              <a:t> </a:t>
            </a:r>
            <a:r>
              <a:rPr lang="en-US" dirty="0" err="1"/>
              <a:t>креирања</a:t>
            </a:r>
            <a:r>
              <a:rPr lang="en-US" dirty="0"/>
              <a:t> </a:t>
            </a:r>
            <a:r>
              <a:rPr lang="en-US" dirty="0" err="1"/>
              <a:t>резервне</a:t>
            </a:r>
            <a:r>
              <a:rPr lang="en-US" dirty="0"/>
              <a:t> </a:t>
            </a:r>
            <a:r>
              <a:rPr lang="en-US" dirty="0" err="1"/>
              <a:t>копије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86499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 </a:t>
            </a:r>
            <a:r>
              <a:rPr lang="sr-Cyrl-RS" dirty="0"/>
              <a:t>и </a:t>
            </a:r>
            <a:r>
              <a:rPr lang="sr-Latn-RS" dirty="0"/>
              <a:t>Recovery</a:t>
            </a:r>
            <a:r>
              <a:rPr lang="sr-Cyrl-RS" dirty="0"/>
              <a:t> механизам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17</a:t>
            </a:fld>
            <a:endParaRPr lang="en-US" noProof="0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666874" y="2828925"/>
            <a:ext cx="8905875" cy="3195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099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Закључак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5" y="2603499"/>
            <a:ext cx="9446370" cy="3711575"/>
          </a:xfrm>
        </p:spPr>
        <p:txBody>
          <a:bodyPr>
            <a:normAutofit fontScale="92500" lnSpcReduction="10000"/>
          </a:bodyPr>
          <a:lstStyle/>
          <a:p>
            <a:r>
              <a:rPr lang="sr-Cyrl-RS" dirty="0" smtClean="0"/>
              <a:t>Предности </a:t>
            </a:r>
            <a:r>
              <a:rPr lang="en-US" dirty="0" err="1" smtClean="0"/>
              <a:t>DBaaS</a:t>
            </a:r>
            <a:r>
              <a:rPr lang="en-US" dirty="0" smtClean="0"/>
              <a:t> </a:t>
            </a:r>
            <a:r>
              <a:rPr lang="sr-Cyrl-RS" dirty="0" smtClean="0"/>
              <a:t>модела:</a:t>
            </a:r>
          </a:p>
          <a:p>
            <a:pPr lvl="1" fontAlgn="base"/>
            <a:r>
              <a:rPr lang="sr-Cyrl-RS" dirty="0"/>
              <a:t>Брзо покретање — без инсталације (~4 мин)</a:t>
            </a:r>
          </a:p>
          <a:p>
            <a:pPr lvl="1" fontAlgn="base"/>
            <a:r>
              <a:rPr lang="sr-Cyrl-RS" dirty="0"/>
              <a:t>Без администрације серверске инфраструктуре</a:t>
            </a:r>
          </a:p>
          <a:p>
            <a:pPr lvl="1" fontAlgn="base"/>
            <a:r>
              <a:rPr lang="sr-Cyrl-RS" dirty="0"/>
              <a:t>Аутоматски </a:t>
            </a:r>
            <a:r>
              <a:rPr lang="en-US" dirty="0"/>
              <a:t>backup </a:t>
            </a:r>
            <a:r>
              <a:rPr lang="sr-Cyrl-RS" dirty="0"/>
              <a:t>и </a:t>
            </a:r>
            <a:r>
              <a:rPr lang="en-US" dirty="0"/>
              <a:t>point-in-time recovery</a:t>
            </a:r>
          </a:p>
          <a:p>
            <a:pPr lvl="1" fontAlgn="base"/>
            <a:r>
              <a:rPr lang="sr-Cyrl-RS" dirty="0"/>
              <a:t>Репликација и висока доступност (</a:t>
            </a:r>
            <a:r>
              <a:rPr lang="en-US" dirty="0"/>
              <a:t>HA)</a:t>
            </a:r>
          </a:p>
          <a:p>
            <a:pPr lvl="1" fontAlgn="base"/>
            <a:r>
              <a:rPr lang="sr-Cyrl-RS" dirty="0"/>
              <a:t>Динамичко скалирање ресурса</a:t>
            </a:r>
          </a:p>
          <a:p>
            <a:pPr lvl="1" fontAlgn="base"/>
            <a:r>
              <a:rPr lang="sr-Cyrl-RS" dirty="0"/>
              <a:t>Интегрисан мониторинг и безбедност (</a:t>
            </a:r>
            <a:r>
              <a:rPr lang="en-US" dirty="0"/>
              <a:t>SSL)</a:t>
            </a:r>
          </a:p>
          <a:p>
            <a:r>
              <a:rPr lang="sr-Cyrl-RS" dirty="0" smtClean="0"/>
              <a:t>Мане:</a:t>
            </a:r>
          </a:p>
          <a:p>
            <a:pPr lvl="1" fontAlgn="base"/>
            <a:r>
              <a:rPr lang="ru-RU" dirty="0"/>
              <a:t>Трошкови расту са обимом саобраћаја</a:t>
            </a:r>
          </a:p>
          <a:p>
            <a:pPr lvl="1" fontAlgn="base"/>
            <a:r>
              <a:rPr lang="ru-RU" dirty="0"/>
              <a:t>Зависност од cloud провајдера (vendor lock-in)</a:t>
            </a:r>
          </a:p>
          <a:p>
            <a:pPr lvl="1" fontAlgn="base"/>
            <a:r>
              <a:rPr lang="ru-RU" dirty="0"/>
              <a:t>Потребна кредитна картица чак и за тестирање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B15-8338-45D5-A943-561235072D66}" type="slidenum">
              <a:rPr lang="en-US" noProof="0" smtClean="0"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04922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9B41E-FC51-4047-9C2D-7FA6782DAF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55603" y="2504303"/>
            <a:ext cx="5707165" cy="1902939"/>
          </a:xfrm>
        </p:spPr>
        <p:txBody>
          <a:bodyPr/>
          <a:lstStyle/>
          <a:p>
            <a:r>
              <a:rPr lang="ru-RU" sz="4800" dirty="0" smtClean="0">
                <a:solidFill>
                  <a:schemeClr val="bg1"/>
                </a:solidFill>
              </a:rPr>
              <a:t>Хвала на пажњи!</a:t>
            </a:r>
            <a:br>
              <a:rPr lang="ru-RU" sz="4800" dirty="0" smtClean="0">
                <a:solidFill>
                  <a:schemeClr val="bg1"/>
                </a:solidFill>
              </a:rPr>
            </a:br>
            <a:r>
              <a:rPr lang="ru-RU" sz="4800" dirty="0">
                <a:solidFill>
                  <a:schemeClr val="bg1"/>
                </a:solidFill>
              </a:rPr>
              <a:t>	 </a:t>
            </a:r>
            <a:r>
              <a:rPr lang="ru-RU" sz="4800" dirty="0" smtClean="0">
                <a:solidFill>
                  <a:schemeClr val="bg1"/>
                </a:solidFill>
              </a:rPr>
              <a:t>     Питања?</a:t>
            </a:r>
            <a:endParaRPr lang="en-US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333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741836_Beginning of the year procedures_AAS_v5" id="{51CF042C-A21F-4772-ACB5-34142877F475}" vid="{78ABB5F0-5DDF-4844-A82C-FEADF47C5BA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83CA34-C6E2-49BA-ACFF-78ADEC0C28FA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CCB9AE35-8A31-4380-94A6-86E5DFCDD1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0D0EAE-52CD-493E-A174-3A7CD0E9C7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Beginning of the year procedures</Template>
  <TotalTime>0</TotalTime>
  <Words>678</Words>
  <Application>Microsoft Office PowerPoint</Application>
  <PresentationFormat>Widescreen</PresentationFormat>
  <Paragraphs>119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Century Gothic</vt:lpstr>
      <vt:lpstr>Wingdings 3</vt:lpstr>
      <vt:lpstr>Ion Boardroom</vt:lpstr>
      <vt:lpstr>PowerPoint Presentation</vt:lpstr>
      <vt:lpstr>Садржај</vt:lpstr>
      <vt:lpstr>Cloud рачунарство и модели сервиса</vt:lpstr>
      <vt:lpstr>PostgreSQL база података</vt:lpstr>
      <vt:lpstr>Google Cloud SQL сервис</vt:lpstr>
      <vt:lpstr>Практични експерименти</vt:lpstr>
      <vt:lpstr>Креирање PostgreSQL инстанце</vt:lpstr>
      <vt:lpstr>Креирање PostgreSQL инстанце</vt:lpstr>
      <vt:lpstr>Креирање PostgreSQL инстанце</vt:lpstr>
      <vt:lpstr>Повезивање са базом података</vt:lpstr>
      <vt:lpstr>Повезивање са базом података</vt:lpstr>
      <vt:lpstr>Креирање база податак и табела</vt:lpstr>
      <vt:lpstr>Унос и обрада података</vt:lpstr>
      <vt:lpstr>Репликација података</vt:lpstr>
      <vt:lpstr>Репликација података</vt:lpstr>
      <vt:lpstr>Backup и Recovery механизам</vt:lpstr>
      <vt:lpstr>Backup и Recovery механизам</vt:lpstr>
      <vt:lpstr>Закључак</vt:lpstr>
      <vt:lpstr>Хвала на пажњи!        Питања?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2026-03-11T22:09:36Z</dcterms:created>
  <dcterms:modified xsi:type="dcterms:W3CDTF">2026-03-11T22:57:41Z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