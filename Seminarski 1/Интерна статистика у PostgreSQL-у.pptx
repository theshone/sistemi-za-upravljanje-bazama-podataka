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840" r:id="rId4"/>
  </p:sldMasterIdLst>
  <p:notesMasterIdLst>
    <p:notesMasterId r:id="rId20"/>
  </p:notesMasterIdLst>
  <p:handoutMasterIdLst>
    <p:handoutMasterId r:id="rId21"/>
  </p:handoutMasterIdLst>
  <p:sldIdLst>
    <p:sldId id="256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98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7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06F922-CEEB-4DBC-9DED-4CF8ECB0CB49}" type="doc">
      <dgm:prSet loTypeId="urn:microsoft.com/office/officeart/2005/8/layout/process1" loCatId="process" qsTypeId="urn:microsoft.com/office/officeart/2005/8/quickstyle/simple1" qsCatId="simple" csTypeId="urn:microsoft.com/office/officeart/2005/8/colors/colorful4" csCatId="colorful" phldr="1"/>
      <dgm:spPr/>
    </dgm:pt>
    <dgm:pt modelId="{EDA41483-6CA5-4695-9CD0-44915944D6DC}">
      <dgm:prSet phldrT="[Text]"/>
      <dgm:spPr/>
      <dgm:t>
        <a:bodyPr/>
        <a:lstStyle/>
        <a:p>
          <a:r>
            <a:rPr lang="sr-Cyrl-RS" dirty="0" smtClean="0"/>
            <a:t>Парсирање </a:t>
          </a:r>
          <a:r>
            <a:rPr lang="en-US" dirty="0" smtClean="0"/>
            <a:t>SQL</a:t>
          </a:r>
          <a:endParaRPr lang="en-US" dirty="0"/>
        </a:p>
      </dgm:t>
    </dgm:pt>
    <dgm:pt modelId="{2D0FA883-9660-4F8C-A139-786388413EF0}" type="parTrans" cxnId="{6760B4A8-DF51-43B3-94B6-175B5F137492}">
      <dgm:prSet/>
      <dgm:spPr/>
      <dgm:t>
        <a:bodyPr/>
        <a:lstStyle/>
        <a:p>
          <a:endParaRPr lang="en-US"/>
        </a:p>
      </dgm:t>
    </dgm:pt>
    <dgm:pt modelId="{C525AECD-EA3F-4A52-AE22-B4AAB742CCA1}" type="sibTrans" cxnId="{6760B4A8-DF51-43B3-94B6-175B5F137492}">
      <dgm:prSet/>
      <dgm:spPr/>
      <dgm:t>
        <a:bodyPr/>
        <a:lstStyle/>
        <a:p>
          <a:endParaRPr lang="en-US"/>
        </a:p>
      </dgm:t>
    </dgm:pt>
    <dgm:pt modelId="{C51C72DE-869A-4D1B-940A-DF4F18558E9D}">
      <dgm:prSet phldrT="[Text]"/>
      <dgm:spPr/>
      <dgm:t>
        <a:bodyPr/>
        <a:lstStyle/>
        <a:p>
          <a:r>
            <a:rPr lang="sr-Cyrl-RS" dirty="0" smtClean="0"/>
            <a:t>Логички план</a:t>
          </a:r>
          <a:endParaRPr lang="en-US" dirty="0"/>
        </a:p>
      </dgm:t>
    </dgm:pt>
    <dgm:pt modelId="{E1D0CA0A-6A5A-4566-9EB9-D5683A0484C3}" type="parTrans" cxnId="{73075967-3F7B-49F8-A1D5-5F36A1A6B236}">
      <dgm:prSet/>
      <dgm:spPr/>
      <dgm:t>
        <a:bodyPr/>
        <a:lstStyle/>
        <a:p>
          <a:endParaRPr lang="en-US"/>
        </a:p>
      </dgm:t>
    </dgm:pt>
    <dgm:pt modelId="{D1CAC944-D26E-44E6-9A4F-5925B3D12971}" type="sibTrans" cxnId="{73075967-3F7B-49F8-A1D5-5F36A1A6B236}">
      <dgm:prSet/>
      <dgm:spPr/>
      <dgm:t>
        <a:bodyPr/>
        <a:lstStyle/>
        <a:p>
          <a:endParaRPr lang="en-US"/>
        </a:p>
      </dgm:t>
    </dgm:pt>
    <dgm:pt modelId="{8121601A-07D0-4E3C-BBAE-43BC9E5AB4B9}">
      <dgm:prSet phldrT="[Text]"/>
      <dgm:spPr/>
      <dgm:t>
        <a:bodyPr/>
        <a:lstStyle/>
        <a:p>
          <a:r>
            <a:rPr lang="sr-Cyrl-RS" dirty="0" smtClean="0"/>
            <a:t>Генерисање алтернатива</a:t>
          </a:r>
          <a:endParaRPr lang="en-US" dirty="0"/>
        </a:p>
      </dgm:t>
    </dgm:pt>
    <dgm:pt modelId="{0D252D39-AF99-4583-A614-065701372995}" type="parTrans" cxnId="{1652596A-6577-492C-8773-CAAF4C725231}">
      <dgm:prSet/>
      <dgm:spPr/>
      <dgm:t>
        <a:bodyPr/>
        <a:lstStyle/>
        <a:p>
          <a:endParaRPr lang="en-US"/>
        </a:p>
      </dgm:t>
    </dgm:pt>
    <dgm:pt modelId="{19ACA6BA-341F-4A40-8E02-79B2BB5F6251}" type="sibTrans" cxnId="{1652596A-6577-492C-8773-CAAF4C725231}">
      <dgm:prSet/>
      <dgm:spPr/>
      <dgm:t>
        <a:bodyPr/>
        <a:lstStyle/>
        <a:p>
          <a:endParaRPr lang="en-US"/>
        </a:p>
      </dgm:t>
    </dgm:pt>
    <dgm:pt modelId="{195853A8-BD54-47B3-8271-B817EA172210}">
      <dgm:prSet phldrT="[Text]"/>
      <dgm:spPr/>
      <dgm:t>
        <a:bodyPr/>
        <a:lstStyle/>
        <a:p>
          <a:r>
            <a:rPr lang="sr-Cyrl-RS" dirty="0" smtClean="0"/>
            <a:t>Процена цене</a:t>
          </a:r>
          <a:endParaRPr lang="en-US" dirty="0"/>
        </a:p>
      </dgm:t>
    </dgm:pt>
    <dgm:pt modelId="{E7399262-8A1A-4405-BBBA-45AE926BF14C}" type="parTrans" cxnId="{E382A227-9B3B-4094-B2C7-9AE7D9388E6F}">
      <dgm:prSet/>
      <dgm:spPr/>
      <dgm:t>
        <a:bodyPr/>
        <a:lstStyle/>
        <a:p>
          <a:endParaRPr lang="en-US"/>
        </a:p>
      </dgm:t>
    </dgm:pt>
    <dgm:pt modelId="{5FCE537D-12E7-438A-BED9-75CE4BF79508}" type="sibTrans" cxnId="{E382A227-9B3B-4094-B2C7-9AE7D9388E6F}">
      <dgm:prSet/>
      <dgm:spPr/>
      <dgm:t>
        <a:bodyPr/>
        <a:lstStyle/>
        <a:p>
          <a:endParaRPr lang="en-US"/>
        </a:p>
      </dgm:t>
    </dgm:pt>
    <dgm:pt modelId="{B674B6BE-080D-4B20-85BA-39438CA37B78}">
      <dgm:prSet phldrT="[Text]"/>
      <dgm:spPr/>
      <dgm:t>
        <a:bodyPr/>
        <a:lstStyle/>
        <a:p>
          <a:r>
            <a:rPr lang="sr-Cyrl-RS" dirty="0" smtClean="0"/>
            <a:t>Физички план</a:t>
          </a:r>
          <a:endParaRPr lang="en-US" dirty="0"/>
        </a:p>
      </dgm:t>
    </dgm:pt>
    <dgm:pt modelId="{D84DB670-7C2E-4718-BC7F-85FEE27A3945}" type="parTrans" cxnId="{26A96417-110E-4A4D-90D6-7BDDE55F1157}">
      <dgm:prSet/>
      <dgm:spPr/>
      <dgm:t>
        <a:bodyPr/>
        <a:lstStyle/>
        <a:p>
          <a:endParaRPr lang="en-US"/>
        </a:p>
      </dgm:t>
    </dgm:pt>
    <dgm:pt modelId="{6C35BFD2-4BAC-4A58-8F54-05D2F3E3CBA3}" type="sibTrans" cxnId="{26A96417-110E-4A4D-90D6-7BDDE55F1157}">
      <dgm:prSet/>
      <dgm:spPr/>
      <dgm:t>
        <a:bodyPr/>
        <a:lstStyle/>
        <a:p>
          <a:endParaRPr lang="en-US"/>
        </a:p>
      </dgm:t>
    </dgm:pt>
    <dgm:pt modelId="{F741DE92-D4A0-4EFC-9DE7-2DC74AFFA3B9}" type="pres">
      <dgm:prSet presAssocID="{1706F922-CEEB-4DBC-9DED-4CF8ECB0CB49}" presName="Name0" presStyleCnt="0">
        <dgm:presLayoutVars>
          <dgm:dir/>
          <dgm:resizeHandles val="exact"/>
        </dgm:presLayoutVars>
      </dgm:prSet>
      <dgm:spPr/>
    </dgm:pt>
    <dgm:pt modelId="{62818EB4-085B-4020-ACDC-F4DF12EBD8D4}" type="pres">
      <dgm:prSet presAssocID="{EDA41483-6CA5-4695-9CD0-44915944D6DC}" presName="node" presStyleLbl="node1" presStyleIdx="0" presStyleCnt="5">
        <dgm:presLayoutVars>
          <dgm:bulletEnabled val="1"/>
        </dgm:presLayoutVars>
      </dgm:prSet>
      <dgm:spPr/>
    </dgm:pt>
    <dgm:pt modelId="{5F833F14-E83A-4EAE-87A8-3601404CF6BB}" type="pres">
      <dgm:prSet presAssocID="{C525AECD-EA3F-4A52-AE22-B4AAB742CCA1}" presName="sibTrans" presStyleLbl="sibTrans2D1" presStyleIdx="0" presStyleCnt="4"/>
      <dgm:spPr/>
    </dgm:pt>
    <dgm:pt modelId="{3EAEC39D-7444-4A47-AEDA-6143CEA2D096}" type="pres">
      <dgm:prSet presAssocID="{C525AECD-EA3F-4A52-AE22-B4AAB742CCA1}" presName="connectorText" presStyleLbl="sibTrans2D1" presStyleIdx="0" presStyleCnt="4"/>
      <dgm:spPr/>
    </dgm:pt>
    <dgm:pt modelId="{87694929-D2D6-474C-A8BA-A72747370454}" type="pres">
      <dgm:prSet presAssocID="{C51C72DE-869A-4D1B-940A-DF4F18558E9D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806222-45BB-49E3-BDDB-6E9EF7B71FFD}" type="pres">
      <dgm:prSet presAssocID="{D1CAC944-D26E-44E6-9A4F-5925B3D12971}" presName="sibTrans" presStyleLbl="sibTrans2D1" presStyleIdx="1" presStyleCnt="4"/>
      <dgm:spPr/>
    </dgm:pt>
    <dgm:pt modelId="{53FC57DC-1B09-4F84-96CC-50E1AAAD6A94}" type="pres">
      <dgm:prSet presAssocID="{D1CAC944-D26E-44E6-9A4F-5925B3D12971}" presName="connectorText" presStyleLbl="sibTrans2D1" presStyleIdx="1" presStyleCnt="4"/>
      <dgm:spPr/>
    </dgm:pt>
    <dgm:pt modelId="{1CE5A968-59D4-4213-B17A-4F68EC0F6DD7}" type="pres">
      <dgm:prSet presAssocID="{8121601A-07D0-4E3C-BBAE-43BC9E5AB4B9}" presName="node" presStyleLbl="node1" presStyleIdx="2" presStyleCnt="5">
        <dgm:presLayoutVars>
          <dgm:bulletEnabled val="1"/>
        </dgm:presLayoutVars>
      </dgm:prSet>
      <dgm:spPr/>
    </dgm:pt>
    <dgm:pt modelId="{CEA5B691-F268-40EB-898F-85E07DDF2F5E}" type="pres">
      <dgm:prSet presAssocID="{19ACA6BA-341F-4A40-8E02-79B2BB5F6251}" presName="sibTrans" presStyleLbl="sibTrans2D1" presStyleIdx="2" presStyleCnt="4"/>
      <dgm:spPr/>
    </dgm:pt>
    <dgm:pt modelId="{AD4B18B1-0AF7-4D09-981C-E9D219F02D71}" type="pres">
      <dgm:prSet presAssocID="{19ACA6BA-341F-4A40-8E02-79B2BB5F6251}" presName="connectorText" presStyleLbl="sibTrans2D1" presStyleIdx="2" presStyleCnt="4"/>
      <dgm:spPr/>
    </dgm:pt>
    <dgm:pt modelId="{9B340D38-768C-493D-8DB2-1892F4BE678F}" type="pres">
      <dgm:prSet presAssocID="{195853A8-BD54-47B3-8271-B817EA172210}" presName="node" presStyleLbl="node1" presStyleIdx="3" presStyleCnt="5">
        <dgm:presLayoutVars>
          <dgm:bulletEnabled val="1"/>
        </dgm:presLayoutVars>
      </dgm:prSet>
      <dgm:spPr/>
    </dgm:pt>
    <dgm:pt modelId="{FF1CF68F-C8F3-4310-8ED2-64A912CB33A1}" type="pres">
      <dgm:prSet presAssocID="{5FCE537D-12E7-438A-BED9-75CE4BF79508}" presName="sibTrans" presStyleLbl="sibTrans2D1" presStyleIdx="3" presStyleCnt="4"/>
      <dgm:spPr/>
    </dgm:pt>
    <dgm:pt modelId="{C6B977FA-A96E-417E-AB26-94F86B1406DE}" type="pres">
      <dgm:prSet presAssocID="{5FCE537D-12E7-438A-BED9-75CE4BF79508}" presName="connectorText" presStyleLbl="sibTrans2D1" presStyleIdx="3" presStyleCnt="4"/>
      <dgm:spPr/>
    </dgm:pt>
    <dgm:pt modelId="{A4FB173C-D24D-4765-8719-7D31BEFF6A96}" type="pres">
      <dgm:prSet presAssocID="{B674B6BE-080D-4B20-85BA-39438CA37B78}" presName="node" presStyleLbl="node1" presStyleIdx="4" presStyleCnt="5">
        <dgm:presLayoutVars>
          <dgm:bulletEnabled val="1"/>
        </dgm:presLayoutVars>
      </dgm:prSet>
      <dgm:spPr/>
    </dgm:pt>
  </dgm:ptLst>
  <dgm:cxnLst>
    <dgm:cxn modelId="{26A96417-110E-4A4D-90D6-7BDDE55F1157}" srcId="{1706F922-CEEB-4DBC-9DED-4CF8ECB0CB49}" destId="{B674B6BE-080D-4B20-85BA-39438CA37B78}" srcOrd="4" destOrd="0" parTransId="{D84DB670-7C2E-4718-BC7F-85FEE27A3945}" sibTransId="{6C35BFD2-4BAC-4A58-8F54-05D2F3E3CBA3}"/>
    <dgm:cxn modelId="{BF880A07-DCC3-4D97-BA37-3CB6CBED0E7E}" type="presOf" srcId="{1706F922-CEEB-4DBC-9DED-4CF8ECB0CB49}" destId="{F741DE92-D4A0-4EFC-9DE7-2DC74AFFA3B9}" srcOrd="0" destOrd="0" presId="urn:microsoft.com/office/officeart/2005/8/layout/process1"/>
    <dgm:cxn modelId="{83E45A32-633F-4686-BE04-82DADE7462FC}" type="presOf" srcId="{D1CAC944-D26E-44E6-9A4F-5925B3D12971}" destId="{68806222-45BB-49E3-BDDB-6E9EF7B71FFD}" srcOrd="0" destOrd="0" presId="urn:microsoft.com/office/officeart/2005/8/layout/process1"/>
    <dgm:cxn modelId="{36D0B70C-D27D-4911-98F1-96EDE88C0D0A}" type="presOf" srcId="{C525AECD-EA3F-4A52-AE22-B4AAB742CCA1}" destId="{5F833F14-E83A-4EAE-87A8-3601404CF6BB}" srcOrd="0" destOrd="0" presId="urn:microsoft.com/office/officeart/2005/8/layout/process1"/>
    <dgm:cxn modelId="{F9942687-FB54-406E-8A04-9E16C002977D}" type="presOf" srcId="{19ACA6BA-341F-4A40-8E02-79B2BB5F6251}" destId="{AD4B18B1-0AF7-4D09-981C-E9D219F02D71}" srcOrd="1" destOrd="0" presId="urn:microsoft.com/office/officeart/2005/8/layout/process1"/>
    <dgm:cxn modelId="{DBC1B4AE-9783-45BB-ACC9-B14A66808D34}" type="presOf" srcId="{C51C72DE-869A-4D1B-940A-DF4F18558E9D}" destId="{87694929-D2D6-474C-A8BA-A72747370454}" srcOrd="0" destOrd="0" presId="urn:microsoft.com/office/officeart/2005/8/layout/process1"/>
    <dgm:cxn modelId="{62C14E22-E81B-467C-8FD0-7DDD532329A8}" type="presOf" srcId="{195853A8-BD54-47B3-8271-B817EA172210}" destId="{9B340D38-768C-493D-8DB2-1892F4BE678F}" srcOrd="0" destOrd="0" presId="urn:microsoft.com/office/officeart/2005/8/layout/process1"/>
    <dgm:cxn modelId="{4CB6030A-9BAF-4368-A379-316AB8ED7925}" type="presOf" srcId="{C525AECD-EA3F-4A52-AE22-B4AAB742CCA1}" destId="{3EAEC39D-7444-4A47-AEDA-6143CEA2D096}" srcOrd="1" destOrd="0" presId="urn:microsoft.com/office/officeart/2005/8/layout/process1"/>
    <dgm:cxn modelId="{7BD6707C-A14A-4E35-9496-3348061B27A3}" type="presOf" srcId="{D1CAC944-D26E-44E6-9A4F-5925B3D12971}" destId="{53FC57DC-1B09-4F84-96CC-50E1AAAD6A94}" srcOrd="1" destOrd="0" presId="urn:microsoft.com/office/officeart/2005/8/layout/process1"/>
    <dgm:cxn modelId="{E382A227-9B3B-4094-B2C7-9AE7D9388E6F}" srcId="{1706F922-CEEB-4DBC-9DED-4CF8ECB0CB49}" destId="{195853A8-BD54-47B3-8271-B817EA172210}" srcOrd="3" destOrd="0" parTransId="{E7399262-8A1A-4405-BBBA-45AE926BF14C}" sibTransId="{5FCE537D-12E7-438A-BED9-75CE4BF79508}"/>
    <dgm:cxn modelId="{6760B4A8-DF51-43B3-94B6-175B5F137492}" srcId="{1706F922-CEEB-4DBC-9DED-4CF8ECB0CB49}" destId="{EDA41483-6CA5-4695-9CD0-44915944D6DC}" srcOrd="0" destOrd="0" parTransId="{2D0FA883-9660-4F8C-A139-786388413EF0}" sibTransId="{C525AECD-EA3F-4A52-AE22-B4AAB742CCA1}"/>
    <dgm:cxn modelId="{1652596A-6577-492C-8773-CAAF4C725231}" srcId="{1706F922-CEEB-4DBC-9DED-4CF8ECB0CB49}" destId="{8121601A-07D0-4E3C-BBAE-43BC9E5AB4B9}" srcOrd="2" destOrd="0" parTransId="{0D252D39-AF99-4583-A614-065701372995}" sibTransId="{19ACA6BA-341F-4A40-8E02-79B2BB5F6251}"/>
    <dgm:cxn modelId="{6364B82C-78B1-4ACF-B39C-DDE1B465C997}" type="presOf" srcId="{8121601A-07D0-4E3C-BBAE-43BC9E5AB4B9}" destId="{1CE5A968-59D4-4213-B17A-4F68EC0F6DD7}" srcOrd="0" destOrd="0" presId="urn:microsoft.com/office/officeart/2005/8/layout/process1"/>
    <dgm:cxn modelId="{73075967-3F7B-49F8-A1D5-5F36A1A6B236}" srcId="{1706F922-CEEB-4DBC-9DED-4CF8ECB0CB49}" destId="{C51C72DE-869A-4D1B-940A-DF4F18558E9D}" srcOrd="1" destOrd="0" parTransId="{E1D0CA0A-6A5A-4566-9EB9-D5683A0484C3}" sibTransId="{D1CAC944-D26E-44E6-9A4F-5925B3D12971}"/>
    <dgm:cxn modelId="{F1E9D274-B825-4B5E-BA50-6CCD351827B0}" type="presOf" srcId="{B674B6BE-080D-4B20-85BA-39438CA37B78}" destId="{A4FB173C-D24D-4765-8719-7D31BEFF6A96}" srcOrd="0" destOrd="0" presId="urn:microsoft.com/office/officeart/2005/8/layout/process1"/>
    <dgm:cxn modelId="{ECB967C0-FDD2-42EA-9203-4BE8BAA245FD}" type="presOf" srcId="{5FCE537D-12E7-438A-BED9-75CE4BF79508}" destId="{C6B977FA-A96E-417E-AB26-94F86B1406DE}" srcOrd="1" destOrd="0" presId="urn:microsoft.com/office/officeart/2005/8/layout/process1"/>
    <dgm:cxn modelId="{48A5A2ED-65E9-46AC-B994-B670A60A32A0}" type="presOf" srcId="{EDA41483-6CA5-4695-9CD0-44915944D6DC}" destId="{62818EB4-085B-4020-ACDC-F4DF12EBD8D4}" srcOrd="0" destOrd="0" presId="urn:microsoft.com/office/officeart/2005/8/layout/process1"/>
    <dgm:cxn modelId="{5B539C42-6A99-4EE9-80E4-D1E3F9781532}" type="presOf" srcId="{19ACA6BA-341F-4A40-8E02-79B2BB5F6251}" destId="{CEA5B691-F268-40EB-898F-85E07DDF2F5E}" srcOrd="0" destOrd="0" presId="urn:microsoft.com/office/officeart/2005/8/layout/process1"/>
    <dgm:cxn modelId="{D2E5C178-EFE7-49E1-8A5F-5AAC392E9451}" type="presOf" srcId="{5FCE537D-12E7-438A-BED9-75CE4BF79508}" destId="{FF1CF68F-C8F3-4310-8ED2-64A912CB33A1}" srcOrd="0" destOrd="0" presId="urn:microsoft.com/office/officeart/2005/8/layout/process1"/>
    <dgm:cxn modelId="{59A39A4D-276B-4461-A018-B4D918F31ED7}" type="presParOf" srcId="{F741DE92-D4A0-4EFC-9DE7-2DC74AFFA3B9}" destId="{62818EB4-085B-4020-ACDC-F4DF12EBD8D4}" srcOrd="0" destOrd="0" presId="urn:microsoft.com/office/officeart/2005/8/layout/process1"/>
    <dgm:cxn modelId="{F3242143-5811-408B-BB8D-B3C3A15299FB}" type="presParOf" srcId="{F741DE92-D4A0-4EFC-9DE7-2DC74AFFA3B9}" destId="{5F833F14-E83A-4EAE-87A8-3601404CF6BB}" srcOrd="1" destOrd="0" presId="urn:microsoft.com/office/officeart/2005/8/layout/process1"/>
    <dgm:cxn modelId="{462E92F2-A74D-4F76-A1B8-A57051AEFB7F}" type="presParOf" srcId="{5F833F14-E83A-4EAE-87A8-3601404CF6BB}" destId="{3EAEC39D-7444-4A47-AEDA-6143CEA2D096}" srcOrd="0" destOrd="0" presId="urn:microsoft.com/office/officeart/2005/8/layout/process1"/>
    <dgm:cxn modelId="{A75A1726-4ED4-4DAC-9EDD-0E078620ED7D}" type="presParOf" srcId="{F741DE92-D4A0-4EFC-9DE7-2DC74AFFA3B9}" destId="{87694929-D2D6-474C-A8BA-A72747370454}" srcOrd="2" destOrd="0" presId="urn:microsoft.com/office/officeart/2005/8/layout/process1"/>
    <dgm:cxn modelId="{190F8EFD-E301-457E-8CF9-E93450D62BE5}" type="presParOf" srcId="{F741DE92-D4A0-4EFC-9DE7-2DC74AFFA3B9}" destId="{68806222-45BB-49E3-BDDB-6E9EF7B71FFD}" srcOrd="3" destOrd="0" presId="urn:microsoft.com/office/officeart/2005/8/layout/process1"/>
    <dgm:cxn modelId="{8BD54D9F-9B3E-4355-89DF-18729DA0F45E}" type="presParOf" srcId="{68806222-45BB-49E3-BDDB-6E9EF7B71FFD}" destId="{53FC57DC-1B09-4F84-96CC-50E1AAAD6A94}" srcOrd="0" destOrd="0" presId="urn:microsoft.com/office/officeart/2005/8/layout/process1"/>
    <dgm:cxn modelId="{AA2EE5DE-28BF-4DA5-BA0F-5E6975CEC9D6}" type="presParOf" srcId="{F741DE92-D4A0-4EFC-9DE7-2DC74AFFA3B9}" destId="{1CE5A968-59D4-4213-B17A-4F68EC0F6DD7}" srcOrd="4" destOrd="0" presId="urn:microsoft.com/office/officeart/2005/8/layout/process1"/>
    <dgm:cxn modelId="{48A3E895-6344-489F-A138-9AB3188C1A68}" type="presParOf" srcId="{F741DE92-D4A0-4EFC-9DE7-2DC74AFFA3B9}" destId="{CEA5B691-F268-40EB-898F-85E07DDF2F5E}" srcOrd="5" destOrd="0" presId="urn:microsoft.com/office/officeart/2005/8/layout/process1"/>
    <dgm:cxn modelId="{7B974DE8-9C20-419E-BC8F-A32F8CBAA612}" type="presParOf" srcId="{CEA5B691-F268-40EB-898F-85E07DDF2F5E}" destId="{AD4B18B1-0AF7-4D09-981C-E9D219F02D71}" srcOrd="0" destOrd="0" presId="urn:microsoft.com/office/officeart/2005/8/layout/process1"/>
    <dgm:cxn modelId="{B858C8B6-975D-4AAA-AD10-7A3B1C4C70F2}" type="presParOf" srcId="{F741DE92-D4A0-4EFC-9DE7-2DC74AFFA3B9}" destId="{9B340D38-768C-493D-8DB2-1892F4BE678F}" srcOrd="6" destOrd="0" presId="urn:microsoft.com/office/officeart/2005/8/layout/process1"/>
    <dgm:cxn modelId="{FFF206EB-FD59-4CD5-BCE2-29979C63ECA6}" type="presParOf" srcId="{F741DE92-D4A0-4EFC-9DE7-2DC74AFFA3B9}" destId="{FF1CF68F-C8F3-4310-8ED2-64A912CB33A1}" srcOrd="7" destOrd="0" presId="urn:microsoft.com/office/officeart/2005/8/layout/process1"/>
    <dgm:cxn modelId="{FE3A98DC-1319-49A1-B79F-EFAFABD79596}" type="presParOf" srcId="{FF1CF68F-C8F3-4310-8ED2-64A912CB33A1}" destId="{C6B977FA-A96E-417E-AB26-94F86B1406DE}" srcOrd="0" destOrd="0" presId="urn:microsoft.com/office/officeart/2005/8/layout/process1"/>
    <dgm:cxn modelId="{C0BDD17E-F526-4C56-9626-839803B40C86}" type="presParOf" srcId="{F741DE92-D4A0-4EFC-9DE7-2DC74AFFA3B9}" destId="{A4FB173C-D24D-4765-8719-7D31BEFF6A96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8958C7-290A-4141-BF88-A4EF7FC83225}" type="doc">
      <dgm:prSet loTypeId="urn:microsoft.com/office/officeart/2005/8/layout/chevron2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922B3882-95AB-4D12-80F7-1ECED0FAF53E}">
      <dgm:prSet phldrT="[Text]"/>
      <dgm:spPr/>
      <dgm:t>
        <a:bodyPr/>
        <a:lstStyle/>
        <a:p>
          <a:r>
            <a:rPr lang="sr-Latn-RS" dirty="0" smtClean="0"/>
            <a:t>1</a:t>
          </a:r>
          <a:endParaRPr lang="en-US" dirty="0"/>
        </a:p>
      </dgm:t>
    </dgm:pt>
    <dgm:pt modelId="{79999CEE-8DAC-4614-8ECB-BDAF0394CCE5}" type="parTrans" cxnId="{FE2634C2-D5E0-4492-A480-38260CF6C89C}">
      <dgm:prSet/>
      <dgm:spPr/>
      <dgm:t>
        <a:bodyPr/>
        <a:lstStyle/>
        <a:p>
          <a:endParaRPr lang="en-US"/>
        </a:p>
      </dgm:t>
    </dgm:pt>
    <dgm:pt modelId="{6263CDAA-E26A-488F-8441-623E64FC69B5}" type="sibTrans" cxnId="{FE2634C2-D5E0-4492-A480-38260CF6C89C}">
      <dgm:prSet/>
      <dgm:spPr/>
      <dgm:t>
        <a:bodyPr/>
        <a:lstStyle/>
        <a:p>
          <a:endParaRPr lang="en-US"/>
        </a:p>
      </dgm:t>
    </dgm:pt>
    <dgm:pt modelId="{FF58CF37-D79B-43F4-AB3D-62563DC0FC1A}">
      <dgm:prSet phldrT="[Text]"/>
      <dgm:spPr/>
      <dgm:t>
        <a:bodyPr/>
        <a:lstStyle/>
        <a:p>
          <a:r>
            <a:rPr lang="sr-Cyrl-RS" dirty="0" smtClean="0"/>
            <a:t>Узорковање редова</a:t>
          </a:r>
          <a:r>
            <a:rPr lang="en-US" dirty="0" smtClean="0"/>
            <a:t> (</a:t>
          </a:r>
          <a:r>
            <a:rPr lang="sr-Cyrl-RS" dirty="0" smtClean="0"/>
            <a:t>не чита се цела табела)</a:t>
          </a:r>
          <a:endParaRPr lang="en-US" dirty="0"/>
        </a:p>
      </dgm:t>
    </dgm:pt>
    <dgm:pt modelId="{590B617B-7BB8-4767-B802-58CB5098AB12}" type="parTrans" cxnId="{8114C76E-C19D-45D3-8EA7-CFEE59E0A1ED}">
      <dgm:prSet/>
      <dgm:spPr/>
      <dgm:t>
        <a:bodyPr/>
        <a:lstStyle/>
        <a:p>
          <a:endParaRPr lang="en-US"/>
        </a:p>
      </dgm:t>
    </dgm:pt>
    <dgm:pt modelId="{982E0E9B-A282-4A8E-91A4-463EFFDAC0FA}" type="sibTrans" cxnId="{8114C76E-C19D-45D3-8EA7-CFEE59E0A1ED}">
      <dgm:prSet/>
      <dgm:spPr/>
      <dgm:t>
        <a:bodyPr/>
        <a:lstStyle/>
        <a:p>
          <a:endParaRPr lang="en-US"/>
        </a:p>
      </dgm:t>
    </dgm:pt>
    <dgm:pt modelId="{847C3C05-5C4D-4B4C-8E15-D4660E5F0336}">
      <dgm:prSet phldrT="[Text]"/>
      <dgm:spPr/>
      <dgm:t>
        <a:bodyPr/>
        <a:lstStyle/>
        <a:p>
          <a:r>
            <a:rPr lang="sr-Cyrl-RS" dirty="0" smtClean="0"/>
            <a:t>2</a:t>
          </a:r>
          <a:endParaRPr lang="en-US" dirty="0"/>
        </a:p>
      </dgm:t>
    </dgm:pt>
    <dgm:pt modelId="{91B15363-EC94-426B-8989-12CF2F56059F}" type="parTrans" cxnId="{BE2F3C96-D4F7-4C86-8F92-4F9F4FD8074E}">
      <dgm:prSet/>
      <dgm:spPr/>
      <dgm:t>
        <a:bodyPr/>
        <a:lstStyle/>
        <a:p>
          <a:endParaRPr lang="en-US"/>
        </a:p>
      </dgm:t>
    </dgm:pt>
    <dgm:pt modelId="{B4B29919-CEB7-4A5F-A58C-EFDF9F8C2887}" type="sibTrans" cxnId="{BE2F3C96-D4F7-4C86-8F92-4F9F4FD8074E}">
      <dgm:prSet/>
      <dgm:spPr/>
      <dgm:t>
        <a:bodyPr/>
        <a:lstStyle/>
        <a:p>
          <a:endParaRPr lang="en-US"/>
        </a:p>
      </dgm:t>
    </dgm:pt>
    <dgm:pt modelId="{669766C7-A4D3-4225-8576-729CA7201C1C}">
      <dgm:prSet phldrT="[Text]"/>
      <dgm:spPr/>
      <dgm:t>
        <a:bodyPr/>
        <a:lstStyle/>
        <a:p>
          <a:r>
            <a:rPr lang="sr-Cyrl-RS" dirty="0" smtClean="0"/>
            <a:t>Израчунавање метрика (М</a:t>
          </a:r>
          <a:r>
            <a:rPr lang="en-US" dirty="0" smtClean="0"/>
            <a:t>CV, </a:t>
          </a:r>
          <a:r>
            <a:rPr lang="sr-Cyrl-RS" dirty="0" smtClean="0"/>
            <a:t>хистограм, </a:t>
          </a:r>
          <a:r>
            <a:rPr lang="en-US" dirty="0" err="1" smtClean="0"/>
            <a:t>n_dinstinct</a:t>
          </a:r>
          <a:r>
            <a:rPr lang="en-US" dirty="0" smtClean="0"/>
            <a:t>)</a:t>
          </a:r>
          <a:endParaRPr lang="en-US" dirty="0"/>
        </a:p>
      </dgm:t>
    </dgm:pt>
    <dgm:pt modelId="{9CA956C6-A491-434E-9B7B-71303EF6EC01}" type="parTrans" cxnId="{1937118F-6707-4F24-B5F1-EAF569C1639A}">
      <dgm:prSet/>
      <dgm:spPr/>
      <dgm:t>
        <a:bodyPr/>
        <a:lstStyle/>
        <a:p>
          <a:endParaRPr lang="en-US"/>
        </a:p>
      </dgm:t>
    </dgm:pt>
    <dgm:pt modelId="{B3E2AA9C-6B88-4EDB-B3F2-D17821F235BB}" type="sibTrans" cxnId="{1937118F-6707-4F24-B5F1-EAF569C1639A}">
      <dgm:prSet/>
      <dgm:spPr/>
      <dgm:t>
        <a:bodyPr/>
        <a:lstStyle/>
        <a:p>
          <a:endParaRPr lang="en-US"/>
        </a:p>
      </dgm:t>
    </dgm:pt>
    <dgm:pt modelId="{1061B98B-A92C-48BC-8B77-F7A65A378DDC}">
      <dgm:prSet phldrT="[Text]"/>
      <dgm:spPr/>
      <dgm:t>
        <a:bodyPr/>
        <a:lstStyle/>
        <a:p>
          <a:r>
            <a:rPr lang="en-US" dirty="0" smtClean="0"/>
            <a:t>3</a:t>
          </a:r>
          <a:endParaRPr lang="en-US" dirty="0"/>
        </a:p>
      </dgm:t>
    </dgm:pt>
    <dgm:pt modelId="{DEBE451E-802B-49F1-B0F8-978BF1EDD9C1}" type="parTrans" cxnId="{5ECBA26E-57A9-4A52-8656-764B20D469F9}">
      <dgm:prSet/>
      <dgm:spPr/>
      <dgm:t>
        <a:bodyPr/>
        <a:lstStyle/>
        <a:p>
          <a:endParaRPr lang="en-US"/>
        </a:p>
      </dgm:t>
    </dgm:pt>
    <dgm:pt modelId="{090B2AD9-1AA9-4FD4-A72A-FE936A9324F8}" type="sibTrans" cxnId="{5ECBA26E-57A9-4A52-8656-764B20D469F9}">
      <dgm:prSet/>
      <dgm:spPr/>
      <dgm:t>
        <a:bodyPr/>
        <a:lstStyle/>
        <a:p>
          <a:endParaRPr lang="en-US"/>
        </a:p>
      </dgm:t>
    </dgm:pt>
    <dgm:pt modelId="{4FDCBD41-8D96-4B2A-87C5-65A549414D0B}">
      <dgm:prSet phldrT="[Text]"/>
      <dgm:spPr/>
      <dgm:t>
        <a:bodyPr/>
        <a:lstStyle/>
        <a:p>
          <a:r>
            <a:rPr lang="sr-Cyrl-RS" dirty="0" smtClean="0"/>
            <a:t>Чување у </a:t>
          </a:r>
          <a:r>
            <a:rPr lang="en-US" dirty="0" err="1" smtClean="0"/>
            <a:t>pg_statistic</a:t>
          </a:r>
          <a:r>
            <a:rPr lang="en-US" dirty="0" smtClean="0"/>
            <a:t> (</a:t>
          </a:r>
          <a:r>
            <a:rPr lang="en-US" dirty="0" err="1" smtClean="0"/>
            <a:t>pg_stats</a:t>
          </a:r>
          <a:r>
            <a:rPr lang="en-US" dirty="0" smtClean="0"/>
            <a:t>)</a:t>
          </a:r>
          <a:endParaRPr lang="en-US" dirty="0"/>
        </a:p>
      </dgm:t>
    </dgm:pt>
    <dgm:pt modelId="{2A624EF0-4981-4638-B474-6C6F46699454}" type="parTrans" cxnId="{A514B69B-780E-453D-B15D-C07AD3BA2F77}">
      <dgm:prSet/>
      <dgm:spPr/>
      <dgm:t>
        <a:bodyPr/>
        <a:lstStyle/>
        <a:p>
          <a:endParaRPr lang="en-US"/>
        </a:p>
      </dgm:t>
    </dgm:pt>
    <dgm:pt modelId="{2931F016-DA7C-4AAF-A447-AC9D4E69A6E4}" type="sibTrans" cxnId="{A514B69B-780E-453D-B15D-C07AD3BA2F77}">
      <dgm:prSet/>
      <dgm:spPr/>
      <dgm:t>
        <a:bodyPr/>
        <a:lstStyle/>
        <a:p>
          <a:endParaRPr lang="en-US"/>
        </a:p>
      </dgm:t>
    </dgm:pt>
    <dgm:pt modelId="{DD146ACB-E2F5-41A0-A348-2A47D89237AF}">
      <dgm:prSet phldrT="[Text]"/>
      <dgm:spPr/>
      <dgm:t>
        <a:bodyPr/>
        <a:lstStyle/>
        <a:p>
          <a:r>
            <a:rPr lang="en-US" dirty="0" smtClean="0"/>
            <a:t>4</a:t>
          </a:r>
          <a:endParaRPr lang="en-US" dirty="0"/>
        </a:p>
      </dgm:t>
    </dgm:pt>
    <dgm:pt modelId="{60D1839E-375E-40DE-B213-895743C0C0FA}" type="parTrans" cxnId="{1D556F4F-7657-477E-8637-6EC0E9760C39}">
      <dgm:prSet/>
      <dgm:spPr/>
      <dgm:t>
        <a:bodyPr/>
        <a:lstStyle/>
        <a:p>
          <a:endParaRPr lang="en-US"/>
        </a:p>
      </dgm:t>
    </dgm:pt>
    <dgm:pt modelId="{936B2661-C78D-4BCA-829A-D4E13533A34E}" type="sibTrans" cxnId="{1D556F4F-7657-477E-8637-6EC0E9760C39}">
      <dgm:prSet/>
      <dgm:spPr/>
      <dgm:t>
        <a:bodyPr/>
        <a:lstStyle/>
        <a:p>
          <a:endParaRPr lang="en-US"/>
        </a:p>
      </dgm:t>
    </dgm:pt>
    <dgm:pt modelId="{F08C1F87-7173-4406-83FB-63F4F60C374B}">
      <dgm:prSet phldrT="[Text]"/>
      <dgm:spPr/>
      <dgm:t>
        <a:bodyPr/>
        <a:lstStyle/>
        <a:p>
          <a:r>
            <a:rPr lang="en-US" dirty="0" smtClean="0"/>
            <a:t>O</a:t>
          </a:r>
          <a:r>
            <a:rPr lang="sr-Cyrl-RS" dirty="0" smtClean="0"/>
            <a:t>птимизатор користи нове статистике</a:t>
          </a:r>
          <a:endParaRPr lang="en-US" dirty="0"/>
        </a:p>
      </dgm:t>
    </dgm:pt>
    <dgm:pt modelId="{FDF3C9E2-DECB-4501-A754-E06CED31AFA3}" type="parTrans" cxnId="{324E210F-E026-4EB9-91A1-6F336240F21F}">
      <dgm:prSet/>
      <dgm:spPr/>
      <dgm:t>
        <a:bodyPr/>
        <a:lstStyle/>
        <a:p>
          <a:endParaRPr lang="en-US"/>
        </a:p>
      </dgm:t>
    </dgm:pt>
    <dgm:pt modelId="{B1CAEDD5-EE2C-4BAB-9F96-22E750759B69}" type="sibTrans" cxnId="{324E210F-E026-4EB9-91A1-6F336240F21F}">
      <dgm:prSet/>
      <dgm:spPr/>
      <dgm:t>
        <a:bodyPr/>
        <a:lstStyle/>
        <a:p>
          <a:endParaRPr lang="en-US"/>
        </a:p>
      </dgm:t>
    </dgm:pt>
    <dgm:pt modelId="{29EE7A2C-31A7-4C83-8A46-AF4B5E91A262}" type="pres">
      <dgm:prSet presAssocID="{158958C7-290A-4141-BF88-A4EF7FC83225}" presName="linearFlow" presStyleCnt="0">
        <dgm:presLayoutVars>
          <dgm:dir/>
          <dgm:animLvl val="lvl"/>
          <dgm:resizeHandles val="exact"/>
        </dgm:presLayoutVars>
      </dgm:prSet>
      <dgm:spPr/>
    </dgm:pt>
    <dgm:pt modelId="{06E0ECF4-60EF-48BD-8127-6F791E2724AC}" type="pres">
      <dgm:prSet presAssocID="{922B3882-95AB-4D12-80F7-1ECED0FAF53E}" presName="composite" presStyleCnt="0"/>
      <dgm:spPr/>
    </dgm:pt>
    <dgm:pt modelId="{46C74A7E-212A-4C3B-8F9B-098A033B705A}" type="pres">
      <dgm:prSet presAssocID="{922B3882-95AB-4D12-80F7-1ECED0FAF53E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DF6C5752-50EC-48F3-8A23-E1F3CE43A429}" type="pres">
      <dgm:prSet presAssocID="{922B3882-95AB-4D12-80F7-1ECED0FAF53E}" presName="descendantText" presStyleLbl="align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4DE2270-7501-4646-9EDD-47799DA34814}" type="pres">
      <dgm:prSet presAssocID="{6263CDAA-E26A-488F-8441-623E64FC69B5}" presName="sp" presStyleCnt="0"/>
      <dgm:spPr/>
    </dgm:pt>
    <dgm:pt modelId="{85EED7F9-C7FD-40A3-A1F9-C340A4FDA6E2}" type="pres">
      <dgm:prSet presAssocID="{847C3C05-5C4D-4B4C-8E15-D4660E5F0336}" presName="composite" presStyleCnt="0"/>
      <dgm:spPr/>
    </dgm:pt>
    <dgm:pt modelId="{63F15554-8053-4834-A7C3-15B732A3722D}" type="pres">
      <dgm:prSet presAssocID="{847C3C05-5C4D-4B4C-8E15-D4660E5F0336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DD60AF7C-6D1E-4D2A-9B70-9F45CB5B4115}" type="pres">
      <dgm:prSet presAssocID="{847C3C05-5C4D-4B4C-8E15-D4660E5F0336}" presName="descendantText" presStyleLbl="align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041D39-6C7A-46C4-B349-7DE9FA31F5AC}" type="pres">
      <dgm:prSet presAssocID="{B4B29919-CEB7-4A5F-A58C-EFDF9F8C2887}" presName="sp" presStyleCnt="0"/>
      <dgm:spPr/>
    </dgm:pt>
    <dgm:pt modelId="{8B25F28C-EC44-440C-9F70-0736B57C0107}" type="pres">
      <dgm:prSet presAssocID="{1061B98B-A92C-48BC-8B77-F7A65A378DDC}" presName="composite" presStyleCnt="0"/>
      <dgm:spPr/>
    </dgm:pt>
    <dgm:pt modelId="{1A88A584-2CE9-48F6-A4D1-258AD2EEEDA1}" type="pres">
      <dgm:prSet presAssocID="{1061B98B-A92C-48BC-8B77-F7A65A378DDC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3C9F5CF1-A883-40B4-A0C2-8A85B9C0D75E}" type="pres">
      <dgm:prSet presAssocID="{1061B98B-A92C-48BC-8B77-F7A65A378DDC}" presName="descendantText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21EE95-BBC0-4536-B19C-4BBA93322E75}" type="pres">
      <dgm:prSet presAssocID="{090B2AD9-1AA9-4FD4-A72A-FE936A9324F8}" presName="sp" presStyleCnt="0"/>
      <dgm:spPr/>
    </dgm:pt>
    <dgm:pt modelId="{49AFC87B-D436-4EA5-840F-C3364340D97C}" type="pres">
      <dgm:prSet presAssocID="{DD146ACB-E2F5-41A0-A348-2A47D89237AF}" presName="composite" presStyleCnt="0"/>
      <dgm:spPr/>
    </dgm:pt>
    <dgm:pt modelId="{3B26F1D0-0778-4304-8BCF-AE754BEF8E8C}" type="pres">
      <dgm:prSet presAssocID="{DD146ACB-E2F5-41A0-A348-2A47D89237AF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558B2749-B9B4-4BF3-90CA-2F8372E0AFCF}" type="pres">
      <dgm:prSet presAssocID="{DD146ACB-E2F5-41A0-A348-2A47D89237AF}" presName="descendantText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937118F-6707-4F24-B5F1-EAF569C1639A}" srcId="{847C3C05-5C4D-4B4C-8E15-D4660E5F0336}" destId="{669766C7-A4D3-4225-8576-729CA7201C1C}" srcOrd="0" destOrd="0" parTransId="{9CA956C6-A491-434E-9B7B-71303EF6EC01}" sibTransId="{B3E2AA9C-6B88-4EDB-B3F2-D17821F235BB}"/>
    <dgm:cxn modelId="{A514B69B-780E-453D-B15D-C07AD3BA2F77}" srcId="{1061B98B-A92C-48BC-8B77-F7A65A378DDC}" destId="{4FDCBD41-8D96-4B2A-87C5-65A549414D0B}" srcOrd="0" destOrd="0" parTransId="{2A624EF0-4981-4638-B474-6C6F46699454}" sibTransId="{2931F016-DA7C-4AAF-A447-AC9D4E69A6E4}"/>
    <dgm:cxn modelId="{BE2F3C96-D4F7-4C86-8F92-4F9F4FD8074E}" srcId="{158958C7-290A-4141-BF88-A4EF7FC83225}" destId="{847C3C05-5C4D-4B4C-8E15-D4660E5F0336}" srcOrd="1" destOrd="0" parTransId="{91B15363-EC94-426B-8989-12CF2F56059F}" sibTransId="{B4B29919-CEB7-4A5F-A58C-EFDF9F8C2887}"/>
    <dgm:cxn modelId="{03F0C288-A43F-4AF6-B5C8-3C4FB177A054}" type="presOf" srcId="{FF58CF37-D79B-43F4-AB3D-62563DC0FC1A}" destId="{DF6C5752-50EC-48F3-8A23-E1F3CE43A429}" srcOrd="0" destOrd="0" presId="urn:microsoft.com/office/officeart/2005/8/layout/chevron2"/>
    <dgm:cxn modelId="{324E210F-E026-4EB9-91A1-6F336240F21F}" srcId="{DD146ACB-E2F5-41A0-A348-2A47D89237AF}" destId="{F08C1F87-7173-4406-83FB-63F4F60C374B}" srcOrd="0" destOrd="0" parTransId="{FDF3C9E2-DECB-4501-A754-E06CED31AFA3}" sibTransId="{B1CAEDD5-EE2C-4BAB-9F96-22E750759B69}"/>
    <dgm:cxn modelId="{916A26A3-5E72-43A1-A2BE-1780670414B7}" type="presOf" srcId="{922B3882-95AB-4D12-80F7-1ECED0FAF53E}" destId="{46C74A7E-212A-4C3B-8F9B-098A033B705A}" srcOrd="0" destOrd="0" presId="urn:microsoft.com/office/officeart/2005/8/layout/chevron2"/>
    <dgm:cxn modelId="{FE2634C2-D5E0-4492-A480-38260CF6C89C}" srcId="{158958C7-290A-4141-BF88-A4EF7FC83225}" destId="{922B3882-95AB-4D12-80F7-1ECED0FAF53E}" srcOrd="0" destOrd="0" parTransId="{79999CEE-8DAC-4614-8ECB-BDAF0394CCE5}" sibTransId="{6263CDAA-E26A-488F-8441-623E64FC69B5}"/>
    <dgm:cxn modelId="{27F8E976-4A2A-4929-A088-AB3480AE6A26}" type="presOf" srcId="{4FDCBD41-8D96-4B2A-87C5-65A549414D0B}" destId="{3C9F5CF1-A883-40B4-A0C2-8A85B9C0D75E}" srcOrd="0" destOrd="0" presId="urn:microsoft.com/office/officeart/2005/8/layout/chevron2"/>
    <dgm:cxn modelId="{C8F104BD-52D7-4FA7-94BA-ADD2802DE5D5}" type="presOf" srcId="{158958C7-290A-4141-BF88-A4EF7FC83225}" destId="{29EE7A2C-31A7-4C83-8A46-AF4B5E91A262}" srcOrd="0" destOrd="0" presId="urn:microsoft.com/office/officeart/2005/8/layout/chevron2"/>
    <dgm:cxn modelId="{7F66011C-7741-43AD-A224-E156B276BF72}" type="presOf" srcId="{DD146ACB-E2F5-41A0-A348-2A47D89237AF}" destId="{3B26F1D0-0778-4304-8BCF-AE754BEF8E8C}" srcOrd="0" destOrd="0" presId="urn:microsoft.com/office/officeart/2005/8/layout/chevron2"/>
    <dgm:cxn modelId="{779CB1CF-9DE3-47AC-85DB-C8384F07FD43}" type="presOf" srcId="{847C3C05-5C4D-4B4C-8E15-D4660E5F0336}" destId="{63F15554-8053-4834-A7C3-15B732A3722D}" srcOrd="0" destOrd="0" presId="urn:microsoft.com/office/officeart/2005/8/layout/chevron2"/>
    <dgm:cxn modelId="{8114C76E-C19D-45D3-8EA7-CFEE59E0A1ED}" srcId="{922B3882-95AB-4D12-80F7-1ECED0FAF53E}" destId="{FF58CF37-D79B-43F4-AB3D-62563DC0FC1A}" srcOrd="0" destOrd="0" parTransId="{590B617B-7BB8-4767-B802-58CB5098AB12}" sibTransId="{982E0E9B-A282-4A8E-91A4-463EFFDAC0FA}"/>
    <dgm:cxn modelId="{885FBF49-09E5-4FEE-8FD7-A3E34569254E}" type="presOf" srcId="{F08C1F87-7173-4406-83FB-63F4F60C374B}" destId="{558B2749-B9B4-4BF3-90CA-2F8372E0AFCF}" srcOrd="0" destOrd="0" presId="urn:microsoft.com/office/officeart/2005/8/layout/chevron2"/>
    <dgm:cxn modelId="{1D556F4F-7657-477E-8637-6EC0E9760C39}" srcId="{158958C7-290A-4141-BF88-A4EF7FC83225}" destId="{DD146ACB-E2F5-41A0-A348-2A47D89237AF}" srcOrd="3" destOrd="0" parTransId="{60D1839E-375E-40DE-B213-895743C0C0FA}" sibTransId="{936B2661-C78D-4BCA-829A-D4E13533A34E}"/>
    <dgm:cxn modelId="{F4F5DCCA-D0E1-4768-84C5-36641CE26AD6}" type="presOf" srcId="{1061B98B-A92C-48BC-8B77-F7A65A378DDC}" destId="{1A88A584-2CE9-48F6-A4D1-258AD2EEEDA1}" srcOrd="0" destOrd="0" presId="urn:microsoft.com/office/officeart/2005/8/layout/chevron2"/>
    <dgm:cxn modelId="{F66755B6-228C-42F9-B717-1F3BDD4942AB}" type="presOf" srcId="{669766C7-A4D3-4225-8576-729CA7201C1C}" destId="{DD60AF7C-6D1E-4D2A-9B70-9F45CB5B4115}" srcOrd="0" destOrd="0" presId="urn:microsoft.com/office/officeart/2005/8/layout/chevron2"/>
    <dgm:cxn modelId="{5ECBA26E-57A9-4A52-8656-764B20D469F9}" srcId="{158958C7-290A-4141-BF88-A4EF7FC83225}" destId="{1061B98B-A92C-48BC-8B77-F7A65A378DDC}" srcOrd="2" destOrd="0" parTransId="{DEBE451E-802B-49F1-B0F8-978BF1EDD9C1}" sibTransId="{090B2AD9-1AA9-4FD4-A72A-FE936A9324F8}"/>
    <dgm:cxn modelId="{677033B0-5E2F-4069-B811-C5DEFB837682}" type="presParOf" srcId="{29EE7A2C-31A7-4C83-8A46-AF4B5E91A262}" destId="{06E0ECF4-60EF-48BD-8127-6F791E2724AC}" srcOrd="0" destOrd="0" presId="urn:microsoft.com/office/officeart/2005/8/layout/chevron2"/>
    <dgm:cxn modelId="{9E48A701-A6D0-4FE9-AE88-BB4DD9CBA8DD}" type="presParOf" srcId="{06E0ECF4-60EF-48BD-8127-6F791E2724AC}" destId="{46C74A7E-212A-4C3B-8F9B-098A033B705A}" srcOrd="0" destOrd="0" presId="urn:microsoft.com/office/officeart/2005/8/layout/chevron2"/>
    <dgm:cxn modelId="{50E6D49E-35D6-4400-80E3-340FE4314EA6}" type="presParOf" srcId="{06E0ECF4-60EF-48BD-8127-6F791E2724AC}" destId="{DF6C5752-50EC-48F3-8A23-E1F3CE43A429}" srcOrd="1" destOrd="0" presId="urn:microsoft.com/office/officeart/2005/8/layout/chevron2"/>
    <dgm:cxn modelId="{0B80CAF1-88A5-4EB4-A4CE-B3C780451FA3}" type="presParOf" srcId="{29EE7A2C-31A7-4C83-8A46-AF4B5E91A262}" destId="{34DE2270-7501-4646-9EDD-47799DA34814}" srcOrd="1" destOrd="0" presId="urn:microsoft.com/office/officeart/2005/8/layout/chevron2"/>
    <dgm:cxn modelId="{D07120FF-A99D-4398-8C27-19A60D56AC7D}" type="presParOf" srcId="{29EE7A2C-31A7-4C83-8A46-AF4B5E91A262}" destId="{85EED7F9-C7FD-40A3-A1F9-C340A4FDA6E2}" srcOrd="2" destOrd="0" presId="urn:microsoft.com/office/officeart/2005/8/layout/chevron2"/>
    <dgm:cxn modelId="{8638C881-8378-4001-B431-835C50668FCF}" type="presParOf" srcId="{85EED7F9-C7FD-40A3-A1F9-C340A4FDA6E2}" destId="{63F15554-8053-4834-A7C3-15B732A3722D}" srcOrd="0" destOrd="0" presId="urn:microsoft.com/office/officeart/2005/8/layout/chevron2"/>
    <dgm:cxn modelId="{5C6C9DB9-E694-4D6C-8E6A-6741D994B6EF}" type="presParOf" srcId="{85EED7F9-C7FD-40A3-A1F9-C340A4FDA6E2}" destId="{DD60AF7C-6D1E-4D2A-9B70-9F45CB5B4115}" srcOrd="1" destOrd="0" presId="urn:microsoft.com/office/officeart/2005/8/layout/chevron2"/>
    <dgm:cxn modelId="{074DB16C-AAD7-4FC8-A0AC-76911CCCE27C}" type="presParOf" srcId="{29EE7A2C-31A7-4C83-8A46-AF4B5E91A262}" destId="{17041D39-6C7A-46C4-B349-7DE9FA31F5AC}" srcOrd="3" destOrd="0" presId="urn:microsoft.com/office/officeart/2005/8/layout/chevron2"/>
    <dgm:cxn modelId="{93879083-1C52-4469-8FA6-F3872CA82B18}" type="presParOf" srcId="{29EE7A2C-31A7-4C83-8A46-AF4B5E91A262}" destId="{8B25F28C-EC44-440C-9F70-0736B57C0107}" srcOrd="4" destOrd="0" presId="urn:microsoft.com/office/officeart/2005/8/layout/chevron2"/>
    <dgm:cxn modelId="{8FA4F2FD-D7A3-4B16-A0F5-6EB95A2C6527}" type="presParOf" srcId="{8B25F28C-EC44-440C-9F70-0736B57C0107}" destId="{1A88A584-2CE9-48F6-A4D1-258AD2EEEDA1}" srcOrd="0" destOrd="0" presId="urn:microsoft.com/office/officeart/2005/8/layout/chevron2"/>
    <dgm:cxn modelId="{D0A2D55D-71FA-40E2-B754-E7B9B23D18DC}" type="presParOf" srcId="{8B25F28C-EC44-440C-9F70-0736B57C0107}" destId="{3C9F5CF1-A883-40B4-A0C2-8A85B9C0D75E}" srcOrd="1" destOrd="0" presId="urn:microsoft.com/office/officeart/2005/8/layout/chevron2"/>
    <dgm:cxn modelId="{E95B5AEB-01D4-4D30-8EE7-1074DCFA8064}" type="presParOf" srcId="{29EE7A2C-31A7-4C83-8A46-AF4B5E91A262}" destId="{6E21EE95-BBC0-4536-B19C-4BBA93322E75}" srcOrd="5" destOrd="0" presId="urn:microsoft.com/office/officeart/2005/8/layout/chevron2"/>
    <dgm:cxn modelId="{21187ED5-42FD-47A1-B0D0-949CBE0A62CB}" type="presParOf" srcId="{29EE7A2C-31A7-4C83-8A46-AF4B5E91A262}" destId="{49AFC87B-D436-4EA5-840F-C3364340D97C}" srcOrd="6" destOrd="0" presId="urn:microsoft.com/office/officeart/2005/8/layout/chevron2"/>
    <dgm:cxn modelId="{55F6C55F-1219-47C0-BF88-F8D5CFCF92B1}" type="presParOf" srcId="{49AFC87B-D436-4EA5-840F-C3364340D97C}" destId="{3B26F1D0-0778-4304-8BCF-AE754BEF8E8C}" srcOrd="0" destOrd="0" presId="urn:microsoft.com/office/officeart/2005/8/layout/chevron2"/>
    <dgm:cxn modelId="{AE2D2188-44DA-471F-AB32-153F44B700CA}" type="presParOf" srcId="{49AFC87B-D436-4EA5-840F-C3364340D97C}" destId="{558B2749-B9B4-4BF3-90CA-2F8372E0AFC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C7D4ABE-9589-4CC8-9586-515185F75338}" type="doc">
      <dgm:prSet loTypeId="urn:microsoft.com/office/officeart/2005/8/layout/lProcess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053F9DDA-AAA3-4EEC-B7E6-D2BCF18E7E32}">
      <dgm:prSet phldrT="[Text]" custT="1"/>
      <dgm:spPr/>
      <dgm:t>
        <a:bodyPr/>
        <a:lstStyle/>
        <a:p>
          <a:r>
            <a:rPr lang="sr-Cyrl-RS" sz="1600" dirty="0" smtClean="0"/>
            <a:t>П</a:t>
          </a:r>
          <a:r>
            <a:rPr lang="en-US" sz="1600" dirty="0" smtClean="0"/>
            <a:t>o</a:t>
          </a:r>
          <a:r>
            <a:rPr lang="sr-Cyrl-RS" sz="1600" dirty="0" smtClean="0"/>
            <a:t>четно стање</a:t>
          </a:r>
          <a:endParaRPr lang="en-US" sz="1600" dirty="0"/>
        </a:p>
      </dgm:t>
    </dgm:pt>
    <dgm:pt modelId="{B9EE9337-E9D4-4B51-A217-E3DDE3F1A116}" type="parTrans" cxnId="{1AEB6EEA-1C51-4D2C-A8A3-F894E1F68FDB}">
      <dgm:prSet/>
      <dgm:spPr/>
      <dgm:t>
        <a:bodyPr/>
        <a:lstStyle/>
        <a:p>
          <a:endParaRPr lang="en-US"/>
        </a:p>
      </dgm:t>
    </dgm:pt>
    <dgm:pt modelId="{FDEBD9EF-90EC-4410-A3B3-D8489D0982C8}" type="sibTrans" cxnId="{1AEB6EEA-1C51-4D2C-A8A3-F894E1F68FDB}">
      <dgm:prSet/>
      <dgm:spPr/>
      <dgm:t>
        <a:bodyPr/>
        <a:lstStyle/>
        <a:p>
          <a:endParaRPr lang="en-US"/>
        </a:p>
      </dgm:t>
    </dgm:pt>
    <dgm:pt modelId="{4B1D0EF1-515C-406A-A991-7FA86D8DE511}">
      <dgm:prSet phldrT="[Text]"/>
      <dgm:spPr/>
      <dgm:t>
        <a:bodyPr/>
        <a:lstStyle/>
        <a:p>
          <a:r>
            <a:rPr lang="en-US" dirty="0" smtClean="0"/>
            <a:t>Germany ~ 1% </a:t>
          </a:r>
          <a:r>
            <a:rPr lang="sr-Cyrl-RS" dirty="0" smtClean="0"/>
            <a:t>редова</a:t>
          </a:r>
          <a:endParaRPr lang="en-US" dirty="0"/>
        </a:p>
      </dgm:t>
    </dgm:pt>
    <dgm:pt modelId="{66C9A211-605B-4F64-8BB6-04C07460C0D6}" type="parTrans" cxnId="{E361A071-2750-42F6-98B2-450962AF9550}">
      <dgm:prSet/>
      <dgm:spPr/>
      <dgm:t>
        <a:bodyPr/>
        <a:lstStyle/>
        <a:p>
          <a:endParaRPr lang="en-US"/>
        </a:p>
      </dgm:t>
    </dgm:pt>
    <dgm:pt modelId="{4CACC479-D355-4CCF-8D9F-D61725363A1A}" type="sibTrans" cxnId="{E361A071-2750-42F6-98B2-450962AF9550}">
      <dgm:prSet/>
      <dgm:spPr/>
      <dgm:t>
        <a:bodyPr/>
        <a:lstStyle/>
        <a:p>
          <a:endParaRPr lang="en-US"/>
        </a:p>
      </dgm:t>
    </dgm:pt>
    <dgm:pt modelId="{EF3234E0-DCE3-4929-853D-2D2C51718AC2}">
      <dgm:prSet phldrT="[Text]"/>
      <dgm:spPr/>
      <dgm:t>
        <a:bodyPr/>
        <a:lstStyle/>
        <a:p>
          <a:r>
            <a:rPr lang="sr-Cyrl-RS" dirty="0" smtClean="0"/>
            <a:t>Процена: 19933</a:t>
          </a:r>
          <a:endParaRPr lang="en-US" dirty="0"/>
        </a:p>
      </dgm:t>
    </dgm:pt>
    <dgm:pt modelId="{9455F828-C1FA-418A-89BD-3ED0FF090C7A}" type="parTrans" cxnId="{10C2F80F-1532-43BA-8010-7436ED1330F2}">
      <dgm:prSet/>
      <dgm:spPr/>
      <dgm:t>
        <a:bodyPr/>
        <a:lstStyle/>
        <a:p>
          <a:endParaRPr lang="en-US"/>
        </a:p>
      </dgm:t>
    </dgm:pt>
    <dgm:pt modelId="{C5E5C181-2CB6-4B66-8C68-F6AF7F427889}" type="sibTrans" cxnId="{10C2F80F-1532-43BA-8010-7436ED1330F2}">
      <dgm:prSet/>
      <dgm:spPr/>
      <dgm:t>
        <a:bodyPr/>
        <a:lstStyle/>
        <a:p>
          <a:endParaRPr lang="en-US"/>
        </a:p>
      </dgm:t>
    </dgm:pt>
    <dgm:pt modelId="{AF9AE78C-FFC2-4C76-BC6F-FCA41B7CB88E}">
      <dgm:prSet phldrT="[Text]" custT="1"/>
      <dgm:spPr/>
      <dgm:t>
        <a:bodyPr/>
        <a:lstStyle/>
        <a:p>
          <a:r>
            <a:rPr lang="sr-Cyrl-RS" sz="1600" dirty="0" smtClean="0"/>
            <a:t>После масовног </a:t>
          </a:r>
          <a:r>
            <a:rPr lang="en-US" sz="1600" dirty="0" smtClean="0"/>
            <a:t>UPDATE (</a:t>
          </a:r>
          <a:r>
            <a:rPr lang="sr-Cyrl-RS" sz="1600" dirty="0" smtClean="0"/>
            <a:t>без </a:t>
          </a:r>
          <a:r>
            <a:rPr lang="en-US" sz="1600" dirty="0" smtClean="0"/>
            <a:t>ANALYZE)</a:t>
          </a:r>
          <a:endParaRPr lang="en-US" sz="1600" dirty="0"/>
        </a:p>
      </dgm:t>
    </dgm:pt>
    <dgm:pt modelId="{0BFA6030-E9C6-49A3-B0AE-6A7D2EF76B3E}" type="parTrans" cxnId="{83FDB7F0-5E38-4F35-8721-E176EE64D3BC}">
      <dgm:prSet/>
      <dgm:spPr/>
      <dgm:t>
        <a:bodyPr/>
        <a:lstStyle/>
        <a:p>
          <a:endParaRPr lang="en-US"/>
        </a:p>
      </dgm:t>
    </dgm:pt>
    <dgm:pt modelId="{5086C185-2A1B-4168-8DB9-117CD32373ED}" type="sibTrans" cxnId="{83FDB7F0-5E38-4F35-8721-E176EE64D3BC}">
      <dgm:prSet/>
      <dgm:spPr/>
      <dgm:t>
        <a:bodyPr/>
        <a:lstStyle/>
        <a:p>
          <a:endParaRPr lang="en-US"/>
        </a:p>
      </dgm:t>
    </dgm:pt>
    <dgm:pt modelId="{1BFBCB2D-D1F1-4E40-8792-25515FDE66F1}">
      <dgm:prSet phldrT="[Text]"/>
      <dgm:spPr/>
      <dgm:t>
        <a:bodyPr/>
        <a:lstStyle/>
        <a:p>
          <a:r>
            <a:rPr lang="en-US" dirty="0" smtClean="0"/>
            <a:t>Germany ~ 100% </a:t>
          </a:r>
          <a:r>
            <a:rPr lang="sr-Cyrl-RS" dirty="0" smtClean="0"/>
            <a:t>редова</a:t>
          </a:r>
          <a:endParaRPr lang="en-US" dirty="0"/>
        </a:p>
      </dgm:t>
    </dgm:pt>
    <dgm:pt modelId="{F529369A-950B-457D-BA51-88D69E218339}" type="parTrans" cxnId="{5F363111-14EF-4FF9-A573-86BF15A537D6}">
      <dgm:prSet/>
      <dgm:spPr/>
      <dgm:t>
        <a:bodyPr/>
        <a:lstStyle/>
        <a:p>
          <a:endParaRPr lang="en-US"/>
        </a:p>
      </dgm:t>
    </dgm:pt>
    <dgm:pt modelId="{02F2BE09-1D68-486A-98C4-B6FAE420B25E}" type="sibTrans" cxnId="{5F363111-14EF-4FF9-A573-86BF15A537D6}">
      <dgm:prSet/>
      <dgm:spPr/>
      <dgm:t>
        <a:bodyPr/>
        <a:lstStyle/>
        <a:p>
          <a:endParaRPr lang="en-US"/>
        </a:p>
      </dgm:t>
    </dgm:pt>
    <dgm:pt modelId="{16CAC946-8261-497E-9CF4-1B7D64BBA14A}">
      <dgm:prSet phldrT="[Text]"/>
      <dgm:spPr/>
      <dgm:t>
        <a:bodyPr/>
        <a:lstStyle/>
        <a:p>
          <a:r>
            <a:rPr lang="sr-Cyrl-RS" dirty="0" smtClean="0"/>
            <a:t>Процена: 39668</a:t>
          </a:r>
          <a:endParaRPr lang="en-US" dirty="0"/>
        </a:p>
      </dgm:t>
    </dgm:pt>
    <dgm:pt modelId="{AC14A246-C789-4EEB-9555-ECB3158B429F}" type="parTrans" cxnId="{E2E701A1-D00D-4003-A448-677D741F3D15}">
      <dgm:prSet/>
      <dgm:spPr/>
      <dgm:t>
        <a:bodyPr/>
        <a:lstStyle/>
        <a:p>
          <a:endParaRPr lang="en-US"/>
        </a:p>
      </dgm:t>
    </dgm:pt>
    <dgm:pt modelId="{632EE2F9-D223-41BB-B45C-4F6505F4CBE3}" type="sibTrans" cxnId="{E2E701A1-D00D-4003-A448-677D741F3D15}">
      <dgm:prSet/>
      <dgm:spPr/>
      <dgm:t>
        <a:bodyPr/>
        <a:lstStyle/>
        <a:p>
          <a:endParaRPr lang="en-US"/>
        </a:p>
      </dgm:t>
    </dgm:pt>
    <dgm:pt modelId="{ECB2137B-86E9-4529-A2EA-31CF6B0ECE78}">
      <dgm:prSet phldrT="[Text]" custT="1"/>
      <dgm:spPr/>
      <dgm:t>
        <a:bodyPr/>
        <a:lstStyle/>
        <a:p>
          <a:r>
            <a:rPr lang="sr-Cyrl-RS" sz="1600" dirty="0" smtClean="0"/>
            <a:t>После А</a:t>
          </a:r>
          <a:r>
            <a:rPr lang="en-US" sz="1600" dirty="0" smtClean="0"/>
            <a:t>NALYZE</a:t>
          </a:r>
          <a:endParaRPr lang="en-US" sz="1600" dirty="0"/>
        </a:p>
      </dgm:t>
    </dgm:pt>
    <dgm:pt modelId="{B7532616-F94D-4E89-910E-812C4743E583}" type="parTrans" cxnId="{A5B23B56-4755-49E9-AD68-F648C1FA6C16}">
      <dgm:prSet/>
      <dgm:spPr/>
      <dgm:t>
        <a:bodyPr/>
        <a:lstStyle/>
        <a:p>
          <a:endParaRPr lang="en-US"/>
        </a:p>
      </dgm:t>
    </dgm:pt>
    <dgm:pt modelId="{71345DE0-2EBF-45F5-98A5-A67DAF2491E0}" type="sibTrans" cxnId="{A5B23B56-4755-49E9-AD68-F648C1FA6C16}">
      <dgm:prSet/>
      <dgm:spPr/>
      <dgm:t>
        <a:bodyPr/>
        <a:lstStyle/>
        <a:p>
          <a:endParaRPr lang="en-US"/>
        </a:p>
      </dgm:t>
    </dgm:pt>
    <dgm:pt modelId="{826330CF-20AF-4032-8613-618C7DB437E6}">
      <dgm:prSet phldrT="[Text]"/>
      <dgm:spPr/>
      <dgm:t>
        <a:bodyPr/>
        <a:lstStyle/>
        <a:p>
          <a:r>
            <a:rPr lang="sr-Cyrl-RS" dirty="0" smtClean="0"/>
            <a:t>Процена: ~833 333</a:t>
          </a:r>
          <a:r>
            <a:rPr lang="en-US" dirty="0" smtClean="0"/>
            <a:t>/worker</a:t>
          </a:r>
          <a:endParaRPr lang="en-US" dirty="0"/>
        </a:p>
      </dgm:t>
    </dgm:pt>
    <dgm:pt modelId="{97A4E22D-CBC6-46AD-BE8C-C5C650833196}" type="parTrans" cxnId="{4C13C9EE-2D6F-43E1-A1E7-5CCF7F39BF81}">
      <dgm:prSet/>
      <dgm:spPr/>
      <dgm:t>
        <a:bodyPr/>
        <a:lstStyle/>
        <a:p>
          <a:endParaRPr lang="en-US"/>
        </a:p>
      </dgm:t>
    </dgm:pt>
    <dgm:pt modelId="{716DFAC8-E824-4627-A5C3-05ABFE9A8BD1}" type="sibTrans" cxnId="{4C13C9EE-2D6F-43E1-A1E7-5CCF7F39BF81}">
      <dgm:prSet/>
      <dgm:spPr/>
      <dgm:t>
        <a:bodyPr/>
        <a:lstStyle/>
        <a:p>
          <a:endParaRPr lang="en-US"/>
        </a:p>
      </dgm:t>
    </dgm:pt>
    <dgm:pt modelId="{660FA361-58F4-40D9-8073-733F45B6DC08}">
      <dgm:prSet phldrT="[Text]"/>
      <dgm:spPr/>
      <dgm:t>
        <a:bodyPr/>
        <a:lstStyle/>
        <a:p>
          <a:r>
            <a:rPr lang="en-US" dirty="0" err="1" smtClean="0"/>
            <a:t>Seq</a:t>
          </a:r>
          <a:r>
            <a:rPr lang="en-US" dirty="0" smtClean="0"/>
            <a:t> Scan (</a:t>
          </a:r>
          <a:r>
            <a:rPr lang="sr-Cyrl-RS" dirty="0" smtClean="0"/>
            <a:t>исправна одлука) </a:t>
          </a:r>
          <a:r>
            <a:rPr lang="en-US" dirty="0" smtClean="0"/>
            <a:t>-&gt; </a:t>
          </a:r>
          <a:r>
            <a:rPr lang="sr-Cyrl-RS" dirty="0" smtClean="0"/>
            <a:t>Време извршавања </a:t>
          </a:r>
          <a:r>
            <a:rPr lang="en-US" dirty="0" smtClean="0"/>
            <a:t>247ms (2.4 x </a:t>
          </a:r>
          <a:r>
            <a:rPr lang="sr-Cyrl-RS" dirty="0" smtClean="0"/>
            <a:t>брже)</a:t>
          </a:r>
          <a:endParaRPr lang="en-US" dirty="0"/>
        </a:p>
      </dgm:t>
    </dgm:pt>
    <dgm:pt modelId="{544A31C8-B35A-495A-AD07-7D735B78E0E2}" type="parTrans" cxnId="{18E2CACC-FF99-46ED-B1A9-1008C368BFDC}">
      <dgm:prSet/>
      <dgm:spPr/>
      <dgm:t>
        <a:bodyPr/>
        <a:lstStyle/>
        <a:p>
          <a:endParaRPr lang="en-US"/>
        </a:p>
      </dgm:t>
    </dgm:pt>
    <dgm:pt modelId="{FED18C58-AB28-470C-8857-9BD17F8ADBED}" type="sibTrans" cxnId="{18E2CACC-FF99-46ED-B1A9-1008C368BFDC}">
      <dgm:prSet/>
      <dgm:spPr/>
      <dgm:t>
        <a:bodyPr/>
        <a:lstStyle/>
        <a:p>
          <a:endParaRPr lang="en-US"/>
        </a:p>
      </dgm:t>
    </dgm:pt>
    <dgm:pt modelId="{F5117D02-0405-465E-8FF2-ED005446642F}">
      <dgm:prSet phldrT="[Text]"/>
      <dgm:spPr/>
      <dgm:t>
        <a:bodyPr/>
        <a:lstStyle/>
        <a:p>
          <a:r>
            <a:rPr lang="sr-Cyrl-RS" dirty="0" smtClean="0"/>
            <a:t>Страрно: 19975</a:t>
          </a:r>
          <a:endParaRPr lang="en-US" dirty="0"/>
        </a:p>
      </dgm:t>
    </dgm:pt>
    <dgm:pt modelId="{01E840DF-5CBD-42FC-88E0-4D0ECD8AD583}" type="parTrans" cxnId="{75E22626-DAB2-4073-9097-2FDF4D1F223F}">
      <dgm:prSet/>
      <dgm:spPr/>
      <dgm:t>
        <a:bodyPr/>
        <a:lstStyle/>
        <a:p>
          <a:endParaRPr lang="en-US"/>
        </a:p>
      </dgm:t>
    </dgm:pt>
    <dgm:pt modelId="{A945CD7B-CAC4-483E-961F-3ED38C97ABCD}" type="sibTrans" cxnId="{75E22626-DAB2-4073-9097-2FDF4D1F223F}">
      <dgm:prSet/>
      <dgm:spPr/>
      <dgm:t>
        <a:bodyPr/>
        <a:lstStyle/>
        <a:p>
          <a:endParaRPr lang="en-US"/>
        </a:p>
      </dgm:t>
    </dgm:pt>
    <dgm:pt modelId="{5989C96D-E0DB-49AF-993F-59FDA0F5366C}">
      <dgm:prSet phldrT="[Text]"/>
      <dgm:spPr/>
      <dgm:t>
        <a:bodyPr/>
        <a:lstStyle/>
        <a:p>
          <a:r>
            <a:rPr lang="en-US" dirty="0" smtClean="0"/>
            <a:t>Index Only Scan</a:t>
          </a:r>
          <a:endParaRPr lang="en-US" dirty="0"/>
        </a:p>
      </dgm:t>
    </dgm:pt>
    <dgm:pt modelId="{BA725854-C3CF-4EB0-9275-1959C2BF42FE}" type="parTrans" cxnId="{6B2EF1FA-93E1-4966-95C2-553293F6E567}">
      <dgm:prSet/>
      <dgm:spPr/>
      <dgm:t>
        <a:bodyPr/>
        <a:lstStyle/>
        <a:p>
          <a:endParaRPr lang="en-US"/>
        </a:p>
      </dgm:t>
    </dgm:pt>
    <dgm:pt modelId="{3169A624-A5A3-422E-AB7D-6FF5E761EA0A}" type="sibTrans" cxnId="{6B2EF1FA-93E1-4966-95C2-553293F6E567}">
      <dgm:prSet/>
      <dgm:spPr/>
      <dgm:t>
        <a:bodyPr/>
        <a:lstStyle/>
        <a:p>
          <a:endParaRPr lang="en-US"/>
        </a:p>
      </dgm:t>
    </dgm:pt>
    <dgm:pt modelId="{48E2A0E3-A8AB-4457-9B1D-1D4784F85573}">
      <dgm:prSet phldrT="[Text]"/>
      <dgm:spPr/>
      <dgm:t>
        <a:bodyPr/>
        <a:lstStyle/>
        <a:p>
          <a:r>
            <a:rPr lang="sr-Cyrl-RS" dirty="0" smtClean="0"/>
            <a:t>Стварно: 2 000 000</a:t>
          </a:r>
          <a:endParaRPr lang="en-US" dirty="0"/>
        </a:p>
      </dgm:t>
    </dgm:pt>
    <dgm:pt modelId="{D10A866C-491D-43EA-AF04-652727D5ED1F}" type="parTrans" cxnId="{B6B1E9C0-97DE-469B-B219-35091807A05C}">
      <dgm:prSet/>
      <dgm:spPr/>
      <dgm:t>
        <a:bodyPr/>
        <a:lstStyle/>
        <a:p>
          <a:endParaRPr lang="en-US"/>
        </a:p>
      </dgm:t>
    </dgm:pt>
    <dgm:pt modelId="{0A5EEFEC-90DD-45FE-8CAD-DEF0FE82F112}" type="sibTrans" cxnId="{B6B1E9C0-97DE-469B-B219-35091807A05C}">
      <dgm:prSet/>
      <dgm:spPr/>
      <dgm:t>
        <a:bodyPr/>
        <a:lstStyle/>
        <a:p>
          <a:endParaRPr lang="en-US"/>
        </a:p>
      </dgm:t>
    </dgm:pt>
    <dgm:pt modelId="{96504E61-2DE8-4E9D-952E-52A565F9CEDB}">
      <dgm:prSet phldrT="[Text]"/>
      <dgm:spPr/>
      <dgm:t>
        <a:bodyPr/>
        <a:lstStyle/>
        <a:p>
          <a:r>
            <a:rPr lang="sr-Cyrl-RS" dirty="0" smtClean="0"/>
            <a:t>Оптимизатор и даље користи </a:t>
          </a:r>
          <a:r>
            <a:rPr lang="en-US" dirty="0" smtClean="0"/>
            <a:t>Index Only Scan -&gt; </a:t>
          </a:r>
          <a:r>
            <a:rPr lang="sr-Cyrl-RS" dirty="0" smtClean="0"/>
            <a:t>Време извршења 604</a:t>
          </a:r>
          <a:r>
            <a:rPr lang="en-US" dirty="0" err="1" smtClean="0"/>
            <a:t>ms</a:t>
          </a:r>
          <a:endParaRPr lang="en-US" dirty="0"/>
        </a:p>
      </dgm:t>
    </dgm:pt>
    <dgm:pt modelId="{24428555-9937-4C90-AD5F-1CFC1189B765}" type="parTrans" cxnId="{CE5C6E59-2B00-4F82-89B6-3C6F0190C44B}">
      <dgm:prSet/>
      <dgm:spPr/>
      <dgm:t>
        <a:bodyPr/>
        <a:lstStyle/>
        <a:p>
          <a:endParaRPr lang="en-US"/>
        </a:p>
      </dgm:t>
    </dgm:pt>
    <dgm:pt modelId="{6187E1DF-FF75-4CC7-94CE-6CB5D3916CBE}" type="sibTrans" cxnId="{CE5C6E59-2B00-4F82-89B6-3C6F0190C44B}">
      <dgm:prSet/>
      <dgm:spPr/>
      <dgm:t>
        <a:bodyPr/>
        <a:lstStyle/>
        <a:p>
          <a:endParaRPr lang="en-US"/>
        </a:p>
      </dgm:t>
    </dgm:pt>
    <dgm:pt modelId="{ABAB3617-AC7F-4A10-B481-0C77E2524FE5}" type="pres">
      <dgm:prSet presAssocID="{4C7D4ABE-9589-4CC8-9586-515185F75338}" presName="theList" presStyleCnt="0">
        <dgm:presLayoutVars>
          <dgm:dir/>
          <dgm:animLvl val="lvl"/>
          <dgm:resizeHandles val="exact"/>
        </dgm:presLayoutVars>
      </dgm:prSet>
      <dgm:spPr/>
    </dgm:pt>
    <dgm:pt modelId="{B267A034-5D6C-4505-A785-690BC1020EEC}" type="pres">
      <dgm:prSet presAssocID="{053F9DDA-AAA3-4EEC-B7E6-D2BCF18E7E32}" presName="compNode" presStyleCnt="0"/>
      <dgm:spPr/>
    </dgm:pt>
    <dgm:pt modelId="{14B6EC62-95E8-4622-BBCC-4EBE383C3C07}" type="pres">
      <dgm:prSet presAssocID="{053F9DDA-AAA3-4EEC-B7E6-D2BCF18E7E32}" presName="aNode" presStyleLbl="bgShp" presStyleIdx="0" presStyleCnt="3"/>
      <dgm:spPr/>
      <dgm:t>
        <a:bodyPr/>
        <a:lstStyle/>
        <a:p>
          <a:endParaRPr lang="en-US"/>
        </a:p>
      </dgm:t>
    </dgm:pt>
    <dgm:pt modelId="{34A1746E-06B8-4DE6-8D73-6D20A2841B2C}" type="pres">
      <dgm:prSet presAssocID="{053F9DDA-AAA3-4EEC-B7E6-D2BCF18E7E32}" presName="textNode" presStyleLbl="bgShp" presStyleIdx="0" presStyleCnt="3"/>
      <dgm:spPr/>
      <dgm:t>
        <a:bodyPr/>
        <a:lstStyle/>
        <a:p>
          <a:endParaRPr lang="en-US"/>
        </a:p>
      </dgm:t>
    </dgm:pt>
    <dgm:pt modelId="{97138CEC-8BB0-462C-86F4-AFD91413AA32}" type="pres">
      <dgm:prSet presAssocID="{053F9DDA-AAA3-4EEC-B7E6-D2BCF18E7E32}" presName="compChildNode" presStyleCnt="0"/>
      <dgm:spPr/>
    </dgm:pt>
    <dgm:pt modelId="{ACB9285F-806B-4416-A78A-6BDB245780D6}" type="pres">
      <dgm:prSet presAssocID="{053F9DDA-AAA3-4EEC-B7E6-D2BCF18E7E32}" presName="theInnerList" presStyleCnt="0"/>
      <dgm:spPr/>
    </dgm:pt>
    <dgm:pt modelId="{A9978BE8-5C3D-430B-88AE-7317ED8AAAD1}" type="pres">
      <dgm:prSet presAssocID="{4B1D0EF1-515C-406A-A991-7FA86D8DE511}" presName="childNode" presStyleLbl="node1" presStyleIdx="0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ED17C3-FFA2-42DD-8BEB-78A5A9C03DFF}" type="pres">
      <dgm:prSet presAssocID="{4B1D0EF1-515C-406A-A991-7FA86D8DE511}" presName="aSpace2" presStyleCnt="0"/>
      <dgm:spPr/>
    </dgm:pt>
    <dgm:pt modelId="{FB1EB15C-0D22-4FE4-8DAF-D0111A739DE0}" type="pres">
      <dgm:prSet presAssocID="{EF3234E0-DCE3-4929-853D-2D2C51718AC2}" presName="childNode" presStyleLbl="node1" presStyleIdx="1" presStyleCnt="10">
        <dgm:presLayoutVars>
          <dgm:bulletEnabled val="1"/>
        </dgm:presLayoutVars>
      </dgm:prSet>
      <dgm:spPr/>
    </dgm:pt>
    <dgm:pt modelId="{A43C2944-139D-47BF-8098-20AD732422FB}" type="pres">
      <dgm:prSet presAssocID="{EF3234E0-DCE3-4929-853D-2D2C51718AC2}" presName="aSpace2" presStyleCnt="0"/>
      <dgm:spPr/>
    </dgm:pt>
    <dgm:pt modelId="{108D3273-EAD7-45F4-9CBF-C39227C0ABE5}" type="pres">
      <dgm:prSet presAssocID="{F5117D02-0405-465E-8FF2-ED005446642F}" presName="childNode" presStyleLbl="node1" presStyleIdx="2" presStyleCnt="10">
        <dgm:presLayoutVars>
          <dgm:bulletEnabled val="1"/>
        </dgm:presLayoutVars>
      </dgm:prSet>
      <dgm:spPr/>
    </dgm:pt>
    <dgm:pt modelId="{F92194D2-AB9D-4BB3-9BF0-A38519DAD0D5}" type="pres">
      <dgm:prSet presAssocID="{F5117D02-0405-465E-8FF2-ED005446642F}" presName="aSpace2" presStyleCnt="0"/>
      <dgm:spPr/>
    </dgm:pt>
    <dgm:pt modelId="{4603669D-BAE5-4EF0-9F46-9EAD3D5B8247}" type="pres">
      <dgm:prSet presAssocID="{5989C96D-E0DB-49AF-993F-59FDA0F5366C}" presName="childNode" presStyleLbl="node1" presStyleIdx="3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95107C8-61E2-420B-89ED-3D4C80392D06}" type="pres">
      <dgm:prSet presAssocID="{053F9DDA-AAA3-4EEC-B7E6-D2BCF18E7E32}" presName="aSpace" presStyleCnt="0"/>
      <dgm:spPr/>
    </dgm:pt>
    <dgm:pt modelId="{351E5DD0-5AE8-41B2-87BF-5D44149495CE}" type="pres">
      <dgm:prSet presAssocID="{AF9AE78C-FFC2-4C76-BC6F-FCA41B7CB88E}" presName="compNode" presStyleCnt="0"/>
      <dgm:spPr/>
    </dgm:pt>
    <dgm:pt modelId="{EF7147CD-B496-43E4-B9B1-59C4A1F8D33D}" type="pres">
      <dgm:prSet presAssocID="{AF9AE78C-FFC2-4C76-BC6F-FCA41B7CB88E}" presName="aNode" presStyleLbl="bgShp" presStyleIdx="1" presStyleCnt="3"/>
      <dgm:spPr/>
      <dgm:t>
        <a:bodyPr/>
        <a:lstStyle/>
        <a:p>
          <a:endParaRPr lang="en-US"/>
        </a:p>
      </dgm:t>
    </dgm:pt>
    <dgm:pt modelId="{7F2B3DAB-7EC8-4C2B-9021-CEFA8CD4B13B}" type="pres">
      <dgm:prSet presAssocID="{AF9AE78C-FFC2-4C76-BC6F-FCA41B7CB88E}" presName="textNode" presStyleLbl="bgShp" presStyleIdx="1" presStyleCnt="3"/>
      <dgm:spPr/>
      <dgm:t>
        <a:bodyPr/>
        <a:lstStyle/>
        <a:p>
          <a:endParaRPr lang="en-US"/>
        </a:p>
      </dgm:t>
    </dgm:pt>
    <dgm:pt modelId="{D54B7A37-3AE3-489A-A3A9-D79B3E166BD7}" type="pres">
      <dgm:prSet presAssocID="{AF9AE78C-FFC2-4C76-BC6F-FCA41B7CB88E}" presName="compChildNode" presStyleCnt="0"/>
      <dgm:spPr/>
    </dgm:pt>
    <dgm:pt modelId="{2FFE445C-C82B-4B1E-A52F-04776615502F}" type="pres">
      <dgm:prSet presAssocID="{AF9AE78C-FFC2-4C76-BC6F-FCA41B7CB88E}" presName="theInnerList" presStyleCnt="0"/>
      <dgm:spPr/>
    </dgm:pt>
    <dgm:pt modelId="{80EB115F-5CFC-45B6-AC2A-EA7A1989E0E7}" type="pres">
      <dgm:prSet presAssocID="{1BFBCB2D-D1F1-4E40-8792-25515FDE66F1}" presName="childNode" presStyleLbl="node1" presStyleIdx="4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7E71E4-BBFA-4241-8ED5-5B719396A9E9}" type="pres">
      <dgm:prSet presAssocID="{1BFBCB2D-D1F1-4E40-8792-25515FDE66F1}" presName="aSpace2" presStyleCnt="0"/>
      <dgm:spPr/>
    </dgm:pt>
    <dgm:pt modelId="{BE378AC9-12DC-4484-97CD-5FAF51F078BF}" type="pres">
      <dgm:prSet presAssocID="{16CAC946-8261-497E-9CF4-1B7D64BBA14A}" presName="childNode" presStyleLbl="node1" presStyleIdx="5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782B9B-1C30-4DD8-952E-399B81968D40}" type="pres">
      <dgm:prSet presAssocID="{16CAC946-8261-497E-9CF4-1B7D64BBA14A}" presName="aSpace2" presStyleCnt="0"/>
      <dgm:spPr/>
    </dgm:pt>
    <dgm:pt modelId="{ABE4C342-23A9-4DF4-B970-663F01ADCE37}" type="pres">
      <dgm:prSet presAssocID="{48E2A0E3-A8AB-4457-9B1D-1D4784F85573}" presName="childNode" presStyleLbl="node1" presStyleIdx="6" presStyleCnt="10">
        <dgm:presLayoutVars>
          <dgm:bulletEnabled val="1"/>
        </dgm:presLayoutVars>
      </dgm:prSet>
      <dgm:spPr/>
    </dgm:pt>
    <dgm:pt modelId="{805CDA09-E689-4D0F-A446-80F3C175B497}" type="pres">
      <dgm:prSet presAssocID="{48E2A0E3-A8AB-4457-9B1D-1D4784F85573}" presName="aSpace2" presStyleCnt="0"/>
      <dgm:spPr/>
    </dgm:pt>
    <dgm:pt modelId="{51ED1528-0F13-4E47-81D5-F1D5768045CB}" type="pres">
      <dgm:prSet presAssocID="{96504E61-2DE8-4E9D-952E-52A565F9CEDB}" presName="childNode" presStyleLbl="node1" presStyleIdx="7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FC4A6C-EA7B-4B6D-8E90-CA0A2B3557C4}" type="pres">
      <dgm:prSet presAssocID="{AF9AE78C-FFC2-4C76-BC6F-FCA41B7CB88E}" presName="aSpace" presStyleCnt="0"/>
      <dgm:spPr/>
    </dgm:pt>
    <dgm:pt modelId="{E93966FE-E50F-4A8F-8C28-5E8F1CE43E71}" type="pres">
      <dgm:prSet presAssocID="{ECB2137B-86E9-4529-A2EA-31CF6B0ECE78}" presName="compNode" presStyleCnt="0"/>
      <dgm:spPr/>
    </dgm:pt>
    <dgm:pt modelId="{06DBC616-1E60-4096-BFCE-01A30B15AD80}" type="pres">
      <dgm:prSet presAssocID="{ECB2137B-86E9-4529-A2EA-31CF6B0ECE78}" presName="aNode" presStyleLbl="bgShp" presStyleIdx="2" presStyleCnt="3"/>
      <dgm:spPr/>
      <dgm:t>
        <a:bodyPr/>
        <a:lstStyle/>
        <a:p>
          <a:endParaRPr lang="en-US"/>
        </a:p>
      </dgm:t>
    </dgm:pt>
    <dgm:pt modelId="{7DBA4039-3B64-4380-9E99-6AC2EC10B6A2}" type="pres">
      <dgm:prSet presAssocID="{ECB2137B-86E9-4529-A2EA-31CF6B0ECE78}" presName="textNode" presStyleLbl="bgShp" presStyleIdx="2" presStyleCnt="3"/>
      <dgm:spPr/>
      <dgm:t>
        <a:bodyPr/>
        <a:lstStyle/>
        <a:p>
          <a:endParaRPr lang="en-US"/>
        </a:p>
      </dgm:t>
    </dgm:pt>
    <dgm:pt modelId="{53706CC9-6F74-4492-9217-8C5065865CCA}" type="pres">
      <dgm:prSet presAssocID="{ECB2137B-86E9-4529-A2EA-31CF6B0ECE78}" presName="compChildNode" presStyleCnt="0"/>
      <dgm:spPr/>
    </dgm:pt>
    <dgm:pt modelId="{634E1267-AE33-40FB-9B7A-25CFD490B544}" type="pres">
      <dgm:prSet presAssocID="{ECB2137B-86E9-4529-A2EA-31CF6B0ECE78}" presName="theInnerList" presStyleCnt="0"/>
      <dgm:spPr/>
    </dgm:pt>
    <dgm:pt modelId="{77C224F5-BD25-43FA-AEEF-6AABD8E3109D}" type="pres">
      <dgm:prSet presAssocID="{826330CF-20AF-4032-8613-618C7DB437E6}" presName="childNode" presStyleLbl="node1" presStyleIdx="8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C86A1B-237F-4681-AA8B-02B7CC1155A1}" type="pres">
      <dgm:prSet presAssocID="{826330CF-20AF-4032-8613-618C7DB437E6}" presName="aSpace2" presStyleCnt="0"/>
      <dgm:spPr/>
    </dgm:pt>
    <dgm:pt modelId="{5A38E8BC-14C5-4CD7-9FBE-3439EB21BB25}" type="pres">
      <dgm:prSet presAssocID="{660FA361-58F4-40D9-8073-733F45B6DC08}" presName="childNode" presStyleLbl="node1" presStyleIdx="9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B2F9475-F5AA-4729-B209-94BFF8E59065}" type="presOf" srcId="{AF9AE78C-FFC2-4C76-BC6F-FCA41B7CB88E}" destId="{7F2B3DAB-7EC8-4C2B-9021-CEFA8CD4B13B}" srcOrd="1" destOrd="0" presId="urn:microsoft.com/office/officeart/2005/8/layout/lProcess2"/>
    <dgm:cxn modelId="{1F20DFEF-5D97-4584-BCE7-2220DE6331B6}" type="presOf" srcId="{660FA361-58F4-40D9-8073-733F45B6DC08}" destId="{5A38E8BC-14C5-4CD7-9FBE-3439EB21BB25}" srcOrd="0" destOrd="0" presId="urn:microsoft.com/office/officeart/2005/8/layout/lProcess2"/>
    <dgm:cxn modelId="{5D40E2D8-E2E2-4824-A38D-C4ECE0D32C82}" type="presOf" srcId="{EF3234E0-DCE3-4929-853D-2D2C51718AC2}" destId="{FB1EB15C-0D22-4FE4-8DAF-D0111A739DE0}" srcOrd="0" destOrd="0" presId="urn:microsoft.com/office/officeart/2005/8/layout/lProcess2"/>
    <dgm:cxn modelId="{E2E701A1-D00D-4003-A448-677D741F3D15}" srcId="{AF9AE78C-FFC2-4C76-BC6F-FCA41B7CB88E}" destId="{16CAC946-8261-497E-9CF4-1B7D64BBA14A}" srcOrd="1" destOrd="0" parTransId="{AC14A246-C789-4EEB-9555-ECB3158B429F}" sibTransId="{632EE2F9-D223-41BB-B45C-4F6505F4CBE3}"/>
    <dgm:cxn modelId="{F927363C-7388-4B1F-A204-F13CE2073D8E}" type="presOf" srcId="{826330CF-20AF-4032-8613-618C7DB437E6}" destId="{77C224F5-BD25-43FA-AEEF-6AABD8E3109D}" srcOrd="0" destOrd="0" presId="urn:microsoft.com/office/officeart/2005/8/layout/lProcess2"/>
    <dgm:cxn modelId="{B6B1E9C0-97DE-469B-B219-35091807A05C}" srcId="{AF9AE78C-FFC2-4C76-BC6F-FCA41B7CB88E}" destId="{48E2A0E3-A8AB-4457-9B1D-1D4784F85573}" srcOrd="2" destOrd="0" parTransId="{D10A866C-491D-43EA-AF04-652727D5ED1F}" sibTransId="{0A5EEFEC-90DD-45FE-8CAD-DEF0FE82F112}"/>
    <dgm:cxn modelId="{75E22626-DAB2-4073-9097-2FDF4D1F223F}" srcId="{053F9DDA-AAA3-4EEC-B7E6-D2BCF18E7E32}" destId="{F5117D02-0405-465E-8FF2-ED005446642F}" srcOrd="2" destOrd="0" parTransId="{01E840DF-5CBD-42FC-88E0-4D0ECD8AD583}" sibTransId="{A945CD7B-CAC4-483E-961F-3ED38C97ABCD}"/>
    <dgm:cxn modelId="{0E40CA0A-D76B-451A-A813-AC916965879D}" type="presOf" srcId="{4C7D4ABE-9589-4CC8-9586-515185F75338}" destId="{ABAB3617-AC7F-4A10-B481-0C77E2524FE5}" srcOrd="0" destOrd="0" presId="urn:microsoft.com/office/officeart/2005/8/layout/lProcess2"/>
    <dgm:cxn modelId="{1AEB6EEA-1C51-4D2C-A8A3-F894E1F68FDB}" srcId="{4C7D4ABE-9589-4CC8-9586-515185F75338}" destId="{053F9DDA-AAA3-4EEC-B7E6-D2BCF18E7E32}" srcOrd="0" destOrd="0" parTransId="{B9EE9337-E9D4-4B51-A217-E3DDE3F1A116}" sibTransId="{FDEBD9EF-90EC-4410-A3B3-D8489D0982C8}"/>
    <dgm:cxn modelId="{6B2EF1FA-93E1-4966-95C2-553293F6E567}" srcId="{053F9DDA-AAA3-4EEC-B7E6-D2BCF18E7E32}" destId="{5989C96D-E0DB-49AF-993F-59FDA0F5366C}" srcOrd="3" destOrd="0" parTransId="{BA725854-C3CF-4EB0-9275-1959C2BF42FE}" sibTransId="{3169A624-A5A3-422E-AB7D-6FF5E761EA0A}"/>
    <dgm:cxn modelId="{A5B23B56-4755-49E9-AD68-F648C1FA6C16}" srcId="{4C7D4ABE-9589-4CC8-9586-515185F75338}" destId="{ECB2137B-86E9-4529-A2EA-31CF6B0ECE78}" srcOrd="2" destOrd="0" parTransId="{B7532616-F94D-4E89-910E-812C4743E583}" sibTransId="{71345DE0-2EBF-45F5-98A5-A67DAF2491E0}"/>
    <dgm:cxn modelId="{E361A071-2750-42F6-98B2-450962AF9550}" srcId="{053F9DDA-AAA3-4EEC-B7E6-D2BCF18E7E32}" destId="{4B1D0EF1-515C-406A-A991-7FA86D8DE511}" srcOrd="0" destOrd="0" parTransId="{66C9A211-605B-4F64-8BB6-04C07460C0D6}" sibTransId="{4CACC479-D355-4CCF-8D9F-D61725363A1A}"/>
    <dgm:cxn modelId="{10C2F80F-1532-43BA-8010-7436ED1330F2}" srcId="{053F9DDA-AAA3-4EEC-B7E6-D2BCF18E7E32}" destId="{EF3234E0-DCE3-4929-853D-2D2C51718AC2}" srcOrd="1" destOrd="0" parTransId="{9455F828-C1FA-418A-89BD-3ED0FF090C7A}" sibTransId="{C5E5C181-2CB6-4B66-8C68-F6AF7F427889}"/>
    <dgm:cxn modelId="{23B701B1-C90A-4D77-BFFB-5BBF58193C41}" type="presOf" srcId="{053F9DDA-AAA3-4EEC-B7E6-D2BCF18E7E32}" destId="{34A1746E-06B8-4DE6-8D73-6D20A2841B2C}" srcOrd="1" destOrd="0" presId="urn:microsoft.com/office/officeart/2005/8/layout/lProcess2"/>
    <dgm:cxn modelId="{1E4EA603-A983-4E59-9331-8991DAA9B0DD}" type="presOf" srcId="{ECB2137B-86E9-4529-A2EA-31CF6B0ECE78}" destId="{7DBA4039-3B64-4380-9E99-6AC2EC10B6A2}" srcOrd="1" destOrd="0" presId="urn:microsoft.com/office/officeart/2005/8/layout/lProcess2"/>
    <dgm:cxn modelId="{CE5C6E59-2B00-4F82-89B6-3C6F0190C44B}" srcId="{AF9AE78C-FFC2-4C76-BC6F-FCA41B7CB88E}" destId="{96504E61-2DE8-4E9D-952E-52A565F9CEDB}" srcOrd="3" destOrd="0" parTransId="{24428555-9937-4C90-AD5F-1CFC1189B765}" sibTransId="{6187E1DF-FF75-4CC7-94CE-6CB5D3916CBE}"/>
    <dgm:cxn modelId="{BBF424C3-354A-48B7-BF24-6A14C5225434}" type="presOf" srcId="{1BFBCB2D-D1F1-4E40-8792-25515FDE66F1}" destId="{80EB115F-5CFC-45B6-AC2A-EA7A1989E0E7}" srcOrd="0" destOrd="0" presId="urn:microsoft.com/office/officeart/2005/8/layout/lProcess2"/>
    <dgm:cxn modelId="{4C13C9EE-2D6F-43E1-A1E7-5CCF7F39BF81}" srcId="{ECB2137B-86E9-4529-A2EA-31CF6B0ECE78}" destId="{826330CF-20AF-4032-8613-618C7DB437E6}" srcOrd="0" destOrd="0" parTransId="{97A4E22D-CBC6-46AD-BE8C-C5C650833196}" sibTransId="{716DFAC8-E824-4627-A5C3-05ABFE9A8BD1}"/>
    <dgm:cxn modelId="{EE21A63B-74B6-4580-BF67-7583EEA0AA1C}" type="presOf" srcId="{053F9DDA-AAA3-4EEC-B7E6-D2BCF18E7E32}" destId="{14B6EC62-95E8-4622-BBCC-4EBE383C3C07}" srcOrd="0" destOrd="0" presId="urn:microsoft.com/office/officeart/2005/8/layout/lProcess2"/>
    <dgm:cxn modelId="{0C5D7BEE-A590-40F3-B63B-53244AF39B0D}" type="presOf" srcId="{5989C96D-E0DB-49AF-993F-59FDA0F5366C}" destId="{4603669D-BAE5-4EF0-9F46-9EAD3D5B8247}" srcOrd="0" destOrd="0" presId="urn:microsoft.com/office/officeart/2005/8/layout/lProcess2"/>
    <dgm:cxn modelId="{5F363111-14EF-4FF9-A573-86BF15A537D6}" srcId="{AF9AE78C-FFC2-4C76-BC6F-FCA41B7CB88E}" destId="{1BFBCB2D-D1F1-4E40-8792-25515FDE66F1}" srcOrd="0" destOrd="0" parTransId="{F529369A-950B-457D-BA51-88D69E218339}" sibTransId="{02F2BE09-1D68-486A-98C4-B6FAE420B25E}"/>
    <dgm:cxn modelId="{BA1A522C-D5E6-4315-87EB-79FA65CFECAD}" type="presOf" srcId="{F5117D02-0405-465E-8FF2-ED005446642F}" destId="{108D3273-EAD7-45F4-9CBF-C39227C0ABE5}" srcOrd="0" destOrd="0" presId="urn:microsoft.com/office/officeart/2005/8/layout/lProcess2"/>
    <dgm:cxn modelId="{D9990AF9-A71D-4BAE-A6DE-824EBD73215D}" type="presOf" srcId="{96504E61-2DE8-4E9D-952E-52A565F9CEDB}" destId="{51ED1528-0F13-4E47-81D5-F1D5768045CB}" srcOrd="0" destOrd="0" presId="urn:microsoft.com/office/officeart/2005/8/layout/lProcess2"/>
    <dgm:cxn modelId="{AE8A5E25-9EA9-4007-AB93-E5FC7AD95BF8}" type="presOf" srcId="{AF9AE78C-FFC2-4C76-BC6F-FCA41B7CB88E}" destId="{EF7147CD-B496-43E4-B9B1-59C4A1F8D33D}" srcOrd="0" destOrd="0" presId="urn:microsoft.com/office/officeart/2005/8/layout/lProcess2"/>
    <dgm:cxn modelId="{F5BC4E7A-D708-44DA-B792-739474C7FD6E}" type="presOf" srcId="{48E2A0E3-A8AB-4457-9B1D-1D4784F85573}" destId="{ABE4C342-23A9-4DF4-B970-663F01ADCE37}" srcOrd="0" destOrd="0" presId="urn:microsoft.com/office/officeart/2005/8/layout/lProcess2"/>
    <dgm:cxn modelId="{18E2CACC-FF99-46ED-B1A9-1008C368BFDC}" srcId="{ECB2137B-86E9-4529-A2EA-31CF6B0ECE78}" destId="{660FA361-58F4-40D9-8073-733F45B6DC08}" srcOrd="1" destOrd="0" parTransId="{544A31C8-B35A-495A-AD07-7D735B78E0E2}" sibTransId="{FED18C58-AB28-470C-8857-9BD17F8ADBED}"/>
    <dgm:cxn modelId="{83FDB7F0-5E38-4F35-8721-E176EE64D3BC}" srcId="{4C7D4ABE-9589-4CC8-9586-515185F75338}" destId="{AF9AE78C-FFC2-4C76-BC6F-FCA41B7CB88E}" srcOrd="1" destOrd="0" parTransId="{0BFA6030-E9C6-49A3-B0AE-6A7D2EF76B3E}" sibTransId="{5086C185-2A1B-4168-8DB9-117CD32373ED}"/>
    <dgm:cxn modelId="{6D19B8B9-D419-4080-A85C-3A6F4BC06A99}" type="presOf" srcId="{4B1D0EF1-515C-406A-A991-7FA86D8DE511}" destId="{A9978BE8-5C3D-430B-88AE-7317ED8AAAD1}" srcOrd="0" destOrd="0" presId="urn:microsoft.com/office/officeart/2005/8/layout/lProcess2"/>
    <dgm:cxn modelId="{A65EE438-EE78-44A4-B858-7B4F7344A5C9}" type="presOf" srcId="{ECB2137B-86E9-4529-A2EA-31CF6B0ECE78}" destId="{06DBC616-1E60-4096-BFCE-01A30B15AD80}" srcOrd="0" destOrd="0" presId="urn:microsoft.com/office/officeart/2005/8/layout/lProcess2"/>
    <dgm:cxn modelId="{E472E63B-6AB7-4D66-A8F1-4305310CF431}" type="presOf" srcId="{16CAC946-8261-497E-9CF4-1B7D64BBA14A}" destId="{BE378AC9-12DC-4484-97CD-5FAF51F078BF}" srcOrd="0" destOrd="0" presId="urn:microsoft.com/office/officeart/2005/8/layout/lProcess2"/>
    <dgm:cxn modelId="{9C43E58E-987C-40E9-A23B-7ED38A4582BF}" type="presParOf" srcId="{ABAB3617-AC7F-4A10-B481-0C77E2524FE5}" destId="{B267A034-5D6C-4505-A785-690BC1020EEC}" srcOrd="0" destOrd="0" presId="urn:microsoft.com/office/officeart/2005/8/layout/lProcess2"/>
    <dgm:cxn modelId="{E66CA4C0-18F4-4C4C-82F7-F49797CFD859}" type="presParOf" srcId="{B267A034-5D6C-4505-A785-690BC1020EEC}" destId="{14B6EC62-95E8-4622-BBCC-4EBE383C3C07}" srcOrd="0" destOrd="0" presId="urn:microsoft.com/office/officeart/2005/8/layout/lProcess2"/>
    <dgm:cxn modelId="{99FC5410-DF83-4D65-A175-591F20285E61}" type="presParOf" srcId="{B267A034-5D6C-4505-A785-690BC1020EEC}" destId="{34A1746E-06B8-4DE6-8D73-6D20A2841B2C}" srcOrd="1" destOrd="0" presId="urn:microsoft.com/office/officeart/2005/8/layout/lProcess2"/>
    <dgm:cxn modelId="{04625387-BDEE-4555-9D68-029CCA8F7C1B}" type="presParOf" srcId="{B267A034-5D6C-4505-A785-690BC1020EEC}" destId="{97138CEC-8BB0-462C-86F4-AFD91413AA32}" srcOrd="2" destOrd="0" presId="urn:microsoft.com/office/officeart/2005/8/layout/lProcess2"/>
    <dgm:cxn modelId="{FA4AEC10-A466-4B4A-AD25-6FC7E9462D0C}" type="presParOf" srcId="{97138CEC-8BB0-462C-86F4-AFD91413AA32}" destId="{ACB9285F-806B-4416-A78A-6BDB245780D6}" srcOrd="0" destOrd="0" presId="urn:microsoft.com/office/officeart/2005/8/layout/lProcess2"/>
    <dgm:cxn modelId="{8F6920DB-0FEA-4857-A6E2-3284FBBC211F}" type="presParOf" srcId="{ACB9285F-806B-4416-A78A-6BDB245780D6}" destId="{A9978BE8-5C3D-430B-88AE-7317ED8AAAD1}" srcOrd="0" destOrd="0" presId="urn:microsoft.com/office/officeart/2005/8/layout/lProcess2"/>
    <dgm:cxn modelId="{99971122-8827-433E-A2F9-65BBDADE1DBB}" type="presParOf" srcId="{ACB9285F-806B-4416-A78A-6BDB245780D6}" destId="{DCED17C3-FFA2-42DD-8BEB-78A5A9C03DFF}" srcOrd="1" destOrd="0" presId="urn:microsoft.com/office/officeart/2005/8/layout/lProcess2"/>
    <dgm:cxn modelId="{CB62D114-30F9-43BD-A9E5-4929E4BE45E9}" type="presParOf" srcId="{ACB9285F-806B-4416-A78A-6BDB245780D6}" destId="{FB1EB15C-0D22-4FE4-8DAF-D0111A739DE0}" srcOrd="2" destOrd="0" presId="urn:microsoft.com/office/officeart/2005/8/layout/lProcess2"/>
    <dgm:cxn modelId="{4B708424-F091-45C2-A83E-BFB1268EA05B}" type="presParOf" srcId="{ACB9285F-806B-4416-A78A-6BDB245780D6}" destId="{A43C2944-139D-47BF-8098-20AD732422FB}" srcOrd="3" destOrd="0" presId="urn:microsoft.com/office/officeart/2005/8/layout/lProcess2"/>
    <dgm:cxn modelId="{5A4F1E5B-8AD4-4D9A-AEA4-E110D8FB07DE}" type="presParOf" srcId="{ACB9285F-806B-4416-A78A-6BDB245780D6}" destId="{108D3273-EAD7-45F4-9CBF-C39227C0ABE5}" srcOrd="4" destOrd="0" presId="urn:microsoft.com/office/officeart/2005/8/layout/lProcess2"/>
    <dgm:cxn modelId="{DA608989-E52F-44BE-AC76-011DC6C22200}" type="presParOf" srcId="{ACB9285F-806B-4416-A78A-6BDB245780D6}" destId="{F92194D2-AB9D-4BB3-9BF0-A38519DAD0D5}" srcOrd="5" destOrd="0" presId="urn:microsoft.com/office/officeart/2005/8/layout/lProcess2"/>
    <dgm:cxn modelId="{8218CE5A-A6BB-44E7-AB5C-F1139BC2B607}" type="presParOf" srcId="{ACB9285F-806B-4416-A78A-6BDB245780D6}" destId="{4603669D-BAE5-4EF0-9F46-9EAD3D5B8247}" srcOrd="6" destOrd="0" presId="urn:microsoft.com/office/officeart/2005/8/layout/lProcess2"/>
    <dgm:cxn modelId="{2D57354D-130F-4830-9AFF-4C418456286B}" type="presParOf" srcId="{ABAB3617-AC7F-4A10-B481-0C77E2524FE5}" destId="{C95107C8-61E2-420B-89ED-3D4C80392D06}" srcOrd="1" destOrd="0" presId="urn:microsoft.com/office/officeart/2005/8/layout/lProcess2"/>
    <dgm:cxn modelId="{85685CAA-E82B-43AE-B609-12DD20A0BE7E}" type="presParOf" srcId="{ABAB3617-AC7F-4A10-B481-0C77E2524FE5}" destId="{351E5DD0-5AE8-41B2-87BF-5D44149495CE}" srcOrd="2" destOrd="0" presId="urn:microsoft.com/office/officeart/2005/8/layout/lProcess2"/>
    <dgm:cxn modelId="{987A77E5-10C0-48BB-921A-B9EB61AD2459}" type="presParOf" srcId="{351E5DD0-5AE8-41B2-87BF-5D44149495CE}" destId="{EF7147CD-B496-43E4-B9B1-59C4A1F8D33D}" srcOrd="0" destOrd="0" presId="urn:microsoft.com/office/officeart/2005/8/layout/lProcess2"/>
    <dgm:cxn modelId="{A4EBAD87-2502-4C27-935B-3CD101510204}" type="presParOf" srcId="{351E5DD0-5AE8-41B2-87BF-5D44149495CE}" destId="{7F2B3DAB-7EC8-4C2B-9021-CEFA8CD4B13B}" srcOrd="1" destOrd="0" presId="urn:microsoft.com/office/officeart/2005/8/layout/lProcess2"/>
    <dgm:cxn modelId="{440D6491-E662-44D7-8595-F8398013D45E}" type="presParOf" srcId="{351E5DD0-5AE8-41B2-87BF-5D44149495CE}" destId="{D54B7A37-3AE3-489A-A3A9-D79B3E166BD7}" srcOrd="2" destOrd="0" presId="urn:microsoft.com/office/officeart/2005/8/layout/lProcess2"/>
    <dgm:cxn modelId="{71DA9C24-EFC4-4766-B81B-8570C311561C}" type="presParOf" srcId="{D54B7A37-3AE3-489A-A3A9-D79B3E166BD7}" destId="{2FFE445C-C82B-4B1E-A52F-04776615502F}" srcOrd="0" destOrd="0" presId="urn:microsoft.com/office/officeart/2005/8/layout/lProcess2"/>
    <dgm:cxn modelId="{281AA028-796E-46EC-94C8-B727574884F3}" type="presParOf" srcId="{2FFE445C-C82B-4B1E-A52F-04776615502F}" destId="{80EB115F-5CFC-45B6-AC2A-EA7A1989E0E7}" srcOrd="0" destOrd="0" presId="urn:microsoft.com/office/officeart/2005/8/layout/lProcess2"/>
    <dgm:cxn modelId="{193CE898-49B5-4736-9869-E2F32FC7D380}" type="presParOf" srcId="{2FFE445C-C82B-4B1E-A52F-04776615502F}" destId="{BF7E71E4-BBFA-4241-8ED5-5B719396A9E9}" srcOrd="1" destOrd="0" presId="urn:microsoft.com/office/officeart/2005/8/layout/lProcess2"/>
    <dgm:cxn modelId="{58EDAB06-2007-4842-8500-343386147F12}" type="presParOf" srcId="{2FFE445C-C82B-4B1E-A52F-04776615502F}" destId="{BE378AC9-12DC-4484-97CD-5FAF51F078BF}" srcOrd="2" destOrd="0" presId="urn:microsoft.com/office/officeart/2005/8/layout/lProcess2"/>
    <dgm:cxn modelId="{9BA24E07-7518-4D1D-8179-F1D07C4B65D2}" type="presParOf" srcId="{2FFE445C-C82B-4B1E-A52F-04776615502F}" destId="{DA782B9B-1C30-4DD8-952E-399B81968D40}" srcOrd="3" destOrd="0" presId="urn:microsoft.com/office/officeart/2005/8/layout/lProcess2"/>
    <dgm:cxn modelId="{183B9013-2440-4D6D-9BED-EA51008040D8}" type="presParOf" srcId="{2FFE445C-C82B-4B1E-A52F-04776615502F}" destId="{ABE4C342-23A9-4DF4-B970-663F01ADCE37}" srcOrd="4" destOrd="0" presId="urn:microsoft.com/office/officeart/2005/8/layout/lProcess2"/>
    <dgm:cxn modelId="{A69C0910-BC75-4623-ADF9-C656C315F0F6}" type="presParOf" srcId="{2FFE445C-C82B-4B1E-A52F-04776615502F}" destId="{805CDA09-E689-4D0F-A446-80F3C175B497}" srcOrd="5" destOrd="0" presId="urn:microsoft.com/office/officeart/2005/8/layout/lProcess2"/>
    <dgm:cxn modelId="{A9AD79AA-BFC9-46F1-BACB-C2A4F6776CD6}" type="presParOf" srcId="{2FFE445C-C82B-4B1E-A52F-04776615502F}" destId="{51ED1528-0F13-4E47-81D5-F1D5768045CB}" srcOrd="6" destOrd="0" presId="urn:microsoft.com/office/officeart/2005/8/layout/lProcess2"/>
    <dgm:cxn modelId="{CB9E51AB-8823-4B81-AD5C-1E56B2E4F938}" type="presParOf" srcId="{ABAB3617-AC7F-4A10-B481-0C77E2524FE5}" destId="{AEFC4A6C-EA7B-4B6D-8E90-CA0A2B3557C4}" srcOrd="3" destOrd="0" presId="urn:microsoft.com/office/officeart/2005/8/layout/lProcess2"/>
    <dgm:cxn modelId="{41D4C501-4EE2-47D6-82DF-449897E8CC47}" type="presParOf" srcId="{ABAB3617-AC7F-4A10-B481-0C77E2524FE5}" destId="{E93966FE-E50F-4A8F-8C28-5E8F1CE43E71}" srcOrd="4" destOrd="0" presId="urn:microsoft.com/office/officeart/2005/8/layout/lProcess2"/>
    <dgm:cxn modelId="{C904E8D2-448F-4771-BC94-DC6C3A7FDD7E}" type="presParOf" srcId="{E93966FE-E50F-4A8F-8C28-5E8F1CE43E71}" destId="{06DBC616-1E60-4096-BFCE-01A30B15AD80}" srcOrd="0" destOrd="0" presId="urn:microsoft.com/office/officeart/2005/8/layout/lProcess2"/>
    <dgm:cxn modelId="{B4EA8191-991D-4F52-8260-BABD2C2DF236}" type="presParOf" srcId="{E93966FE-E50F-4A8F-8C28-5E8F1CE43E71}" destId="{7DBA4039-3B64-4380-9E99-6AC2EC10B6A2}" srcOrd="1" destOrd="0" presId="urn:microsoft.com/office/officeart/2005/8/layout/lProcess2"/>
    <dgm:cxn modelId="{65C9416E-5A0B-40DE-AA8C-3A0CC87859E7}" type="presParOf" srcId="{E93966FE-E50F-4A8F-8C28-5E8F1CE43E71}" destId="{53706CC9-6F74-4492-9217-8C5065865CCA}" srcOrd="2" destOrd="0" presId="urn:microsoft.com/office/officeart/2005/8/layout/lProcess2"/>
    <dgm:cxn modelId="{7ED38CE7-5D19-4746-9CEF-708EB7B5DCF4}" type="presParOf" srcId="{53706CC9-6F74-4492-9217-8C5065865CCA}" destId="{634E1267-AE33-40FB-9B7A-25CFD490B544}" srcOrd="0" destOrd="0" presId="urn:microsoft.com/office/officeart/2005/8/layout/lProcess2"/>
    <dgm:cxn modelId="{AE4810CF-0982-4525-B2EF-B981ACD598A1}" type="presParOf" srcId="{634E1267-AE33-40FB-9B7A-25CFD490B544}" destId="{77C224F5-BD25-43FA-AEEF-6AABD8E3109D}" srcOrd="0" destOrd="0" presId="urn:microsoft.com/office/officeart/2005/8/layout/lProcess2"/>
    <dgm:cxn modelId="{76E3C218-01DA-415C-AD13-E896967C2FE6}" type="presParOf" srcId="{634E1267-AE33-40FB-9B7A-25CFD490B544}" destId="{36C86A1B-237F-4681-AA8B-02B7CC1155A1}" srcOrd="1" destOrd="0" presId="urn:microsoft.com/office/officeart/2005/8/layout/lProcess2"/>
    <dgm:cxn modelId="{D9A82EC7-8286-412B-80BC-3706E4D69495}" type="presParOf" srcId="{634E1267-AE33-40FB-9B7A-25CFD490B544}" destId="{5A38E8BC-14C5-4CD7-9FBE-3439EB21BB25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818EB4-085B-4020-ACDC-F4DF12EBD8D4}">
      <dsp:nvSpPr>
        <dsp:cNvPr id="0" name=""/>
        <dsp:cNvSpPr/>
      </dsp:nvSpPr>
      <dsp:spPr>
        <a:xfrm>
          <a:off x="4713" y="79585"/>
          <a:ext cx="1461226" cy="87673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Cyrl-RS" sz="1500" kern="1200" dirty="0" smtClean="0"/>
            <a:t>Парсирање </a:t>
          </a:r>
          <a:r>
            <a:rPr lang="en-US" sz="1500" kern="1200" dirty="0" smtClean="0"/>
            <a:t>SQL</a:t>
          </a:r>
          <a:endParaRPr lang="en-US" sz="1500" kern="1200" dirty="0"/>
        </a:p>
      </dsp:txBody>
      <dsp:txXfrm>
        <a:off x="30392" y="105264"/>
        <a:ext cx="1409868" cy="825377"/>
      </dsp:txXfrm>
    </dsp:sp>
    <dsp:sp modelId="{5F833F14-E83A-4EAE-87A8-3601404CF6BB}">
      <dsp:nvSpPr>
        <dsp:cNvPr id="0" name=""/>
        <dsp:cNvSpPr/>
      </dsp:nvSpPr>
      <dsp:spPr>
        <a:xfrm>
          <a:off x="1612062" y="336761"/>
          <a:ext cx="309779" cy="3623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1612062" y="409238"/>
        <a:ext cx="216845" cy="217430"/>
      </dsp:txXfrm>
    </dsp:sp>
    <dsp:sp modelId="{87694929-D2D6-474C-A8BA-A72747370454}">
      <dsp:nvSpPr>
        <dsp:cNvPr id="0" name=""/>
        <dsp:cNvSpPr/>
      </dsp:nvSpPr>
      <dsp:spPr>
        <a:xfrm>
          <a:off x="2050430" y="79585"/>
          <a:ext cx="1461226" cy="876735"/>
        </a:xfrm>
        <a:prstGeom prst="roundRect">
          <a:avLst>
            <a:gd name="adj" fmla="val 10000"/>
          </a:avLst>
        </a:prstGeom>
        <a:solidFill>
          <a:schemeClr val="accent4">
            <a:hueOff val="-266661"/>
            <a:satOff val="-3194"/>
            <a:lumOff val="88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Cyrl-RS" sz="1500" kern="1200" dirty="0" smtClean="0"/>
            <a:t>Логички план</a:t>
          </a:r>
          <a:endParaRPr lang="en-US" sz="1500" kern="1200" dirty="0"/>
        </a:p>
      </dsp:txBody>
      <dsp:txXfrm>
        <a:off x="2076109" y="105264"/>
        <a:ext cx="1409868" cy="825377"/>
      </dsp:txXfrm>
    </dsp:sp>
    <dsp:sp modelId="{68806222-45BB-49E3-BDDB-6E9EF7B71FFD}">
      <dsp:nvSpPr>
        <dsp:cNvPr id="0" name=""/>
        <dsp:cNvSpPr/>
      </dsp:nvSpPr>
      <dsp:spPr>
        <a:xfrm>
          <a:off x="3657779" y="336761"/>
          <a:ext cx="309779" cy="3623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355548"/>
            <a:satOff val="-4259"/>
            <a:lumOff val="117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3657779" y="409238"/>
        <a:ext cx="216845" cy="217430"/>
      </dsp:txXfrm>
    </dsp:sp>
    <dsp:sp modelId="{1CE5A968-59D4-4213-B17A-4F68EC0F6DD7}">
      <dsp:nvSpPr>
        <dsp:cNvPr id="0" name=""/>
        <dsp:cNvSpPr/>
      </dsp:nvSpPr>
      <dsp:spPr>
        <a:xfrm>
          <a:off x="4096147" y="79585"/>
          <a:ext cx="1461226" cy="876735"/>
        </a:xfrm>
        <a:prstGeom prst="roundRect">
          <a:avLst>
            <a:gd name="adj" fmla="val 10000"/>
          </a:avLst>
        </a:prstGeom>
        <a:solidFill>
          <a:schemeClr val="accent4">
            <a:hueOff val="-533322"/>
            <a:satOff val="-6388"/>
            <a:lumOff val="176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Cyrl-RS" sz="1500" kern="1200" dirty="0" smtClean="0"/>
            <a:t>Генерисање алтернатива</a:t>
          </a:r>
          <a:endParaRPr lang="en-US" sz="1500" kern="1200" dirty="0"/>
        </a:p>
      </dsp:txBody>
      <dsp:txXfrm>
        <a:off x="4121826" y="105264"/>
        <a:ext cx="1409868" cy="825377"/>
      </dsp:txXfrm>
    </dsp:sp>
    <dsp:sp modelId="{CEA5B691-F268-40EB-898F-85E07DDF2F5E}">
      <dsp:nvSpPr>
        <dsp:cNvPr id="0" name=""/>
        <dsp:cNvSpPr/>
      </dsp:nvSpPr>
      <dsp:spPr>
        <a:xfrm>
          <a:off x="5703496" y="336761"/>
          <a:ext cx="309779" cy="3623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711096"/>
            <a:satOff val="-8517"/>
            <a:lumOff val="2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5703496" y="409238"/>
        <a:ext cx="216845" cy="217430"/>
      </dsp:txXfrm>
    </dsp:sp>
    <dsp:sp modelId="{9B340D38-768C-493D-8DB2-1892F4BE678F}">
      <dsp:nvSpPr>
        <dsp:cNvPr id="0" name=""/>
        <dsp:cNvSpPr/>
      </dsp:nvSpPr>
      <dsp:spPr>
        <a:xfrm>
          <a:off x="6141864" y="79585"/>
          <a:ext cx="1461226" cy="876735"/>
        </a:xfrm>
        <a:prstGeom prst="roundRect">
          <a:avLst>
            <a:gd name="adj" fmla="val 10000"/>
          </a:avLst>
        </a:prstGeom>
        <a:solidFill>
          <a:schemeClr val="accent4">
            <a:hueOff val="-799983"/>
            <a:satOff val="-9582"/>
            <a:lumOff val="264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Cyrl-RS" sz="1500" kern="1200" dirty="0" smtClean="0"/>
            <a:t>Процена цене</a:t>
          </a:r>
          <a:endParaRPr lang="en-US" sz="1500" kern="1200" dirty="0"/>
        </a:p>
      </dsp:txBody>
      <dsp:txXfrm>
        <a:off x="6167543" y="105264"/>
        <a:ext cx="1409868" cy="825377"/>
      </dsp:txXfrm>
    </dsp:sp>
    <dsp:sp modelId="{FF1CF68F-C8F3-4310-8ED2-64A912CB33A1}">
      <dsp:nvSpPr>
        <dsp:cNvPr id="0" name=""/>
        <dsp:cNvSpPr/>
      </dsp:nvSpPr>
      <dsp:spPr>
        <a:xfrm>
          <a:off x="7749213" y="336761"/>
          <a:ext cx="309779" cy="3623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1066644"/>
            <a:satOff val="-12776"/>
            <a:lumOff val="353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7749213" y="409238"/>
        <a:ext cx="216845" cy="217430"/>
      </dsp:txXfrm>
    </dsp:sp>
    <dsp:sp modelId="{A4FB173C-D24D-4765-8719-7D31BEFF6A96}">
      <dsp:nvSpPr>
        <dsp:cNvPr id="0" name=""/>
        <dsp:cNvSpPr/>
      </dsp:nvSpPr>
      <dsp:spPr>
        <a:xfrm>
          <a:off x="8187581" y="79585"/>
          <a:ext cx="1461226" cy="876735"/>
        </a:xfrm>
        <a:prstGeom prst="roundRect">
          <a:avLst>
            <a:gd name="adj" fmla="val 10000"/>
          </a:avLst>
        </a:prstGeom>
        <a:solidFill>
          <a:schemeClr val="accent4">
            <a:hueOff val="-1066644"/>
            <a:satOff val="-12776"/>
            <a:lumOff val="353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Cyrl-RS" sz="1500" kern="1200" dirty="0" smtClean="0"/>
            <a:t>Физички план</a:t>
          </a:r>
          <a:endParaRPr lang="en-US" sz="1500" kern="1200" dirty="0"/>
        </a:p>
      </dsp:txBody>
      <dsp:txXfrm>
        <a:off x="8213260" y="105264"/>
        <a:ext cx="1409868" cy="8253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C74A7E-212A-4C3B-8F9B-098A033B705A}">
      <dsp:nvSpPr>
        <dsp:cNvPr id="0" name=""/>
        <dsp:cNvSpPr/>
      </dsp:nvSpPr>
      <dsp:spPr>
        <a:xfrm rot="5400000">
          <a:off x="-120696" y="121974"/>
          <a:ext cx="804641" cy="563249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Latn-RS" sz="1500" kern="1200" dirty="0" smtClean="0"/>
            <a:t>1</a:t>
          </a:r>
          <a:endParaRPr lang="en-US" sz="1500" kern="1200" dirty="0"/>
        </a:p>
      </dsp:txBody>
      <dsp:txXfrm rot="-5400000">
        <a:off x="1" y="282903"/>
        <a:ext cx="563249" cy="241392"/>
      </dsp:txXfrm>
    </dsp:sp>
    <dsp:sp modelId="{DF6C5752-50EC-48F3-8A23-E1F3CE43A429}">
      <dsp:nvSpPr>
        <dsp:cNvPr id="0" name=""/>
        <dsp:cNvSpPr/>
      </dsp:nvSpPr>
      <dsp:spPr>
        <a:xfrm rot="5400000">
          <a:off x="5278774" y="-4714246"/>
          <a:ext cx="523017" cy="995406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Cyrl-RS" sz="2700" kern="1200" dirty="0" smtClean="0"/>
            <a:t>Узорковање редова</a:t>
          </a:r>
          <a:r>
            <a:rPr lang="en-US" sz="2700" kern="1200" dirty="0" smtClean="0"/>
            <a:t> (</a:t>
          </a:r>
          <a:r>
            <a:rPr lang="sr-Cyrl-RS" sz="2700" kern="1200" dirty="0" smtClean="0"/>
            <a:t>не чита се цела табела)</a:t>
          </a:r>
          <a:endParaRPr lang="en-US" sz="2700" kern="1200" dirty="0"/>
        </a:p>
      </dsp:txBody>
      <dsp:txXfrm rot="-5400000">
        <a:off x="563250" y="26810"/>
        <a:ext cx="9928534" cy="471953"/>
      </dsp:txXfrm>
    </dsp:sp>
    <dsp:sp modelId="{63F15554-8053-4834-A7C3-15B732A3722D}">
      <dsp:nvSpPr>
        <dsp:cNvPr id="0" name=""/>
        <dsp:cNvSpPr/>
      </dsp:nvSpPr>
      <dsp:spPr>
        <a:xfrm rot="5400000">
          <a:off x="-120696" y="769940"/>
          <a:ext cx="804641" cy="563249"/>
        </a:xfrm>
        <a:prstGeom prst="chevron">
          <a:avLst/>
        </a:prstGeom>
        <a:solidFill>
          <a:schemeClr val="accent4">
            <a:hueOff val="-355548"/>
            <a:satOff val="-4259"/>
            <a:lumOff val="1177"/>
            <a:alphaOff val="0"/>
          </a:schemeClr>
        </a:solidFill>
        <a:ln w="19050" cap="rnd" cmpd="sng" algn="ctr">
          <a:solidFill>
            <a:schemeClr val="accent4">
              <a:hueOff val="-355548"/>
              <a:satOff val="-4259"/>
              <a:lumOff val="1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Cyrl-RS" sz="1500" kern="1200" dirty="0" smtClean="0"/>
            <a:t>2</a:t>
          </a:r>
          <a:endParaRPr lang="en-US" sz="1500" kern="1200" dirty="0"/>
        </a:p>
      </dsp:txBody>
      <dsp:txXfrm rot="-5400000">
        <a:off x="1" y="930869"/>
        <a:ext cx="563249" cy="241392"/>
      </dsp:txXfrm>
    </dsp:sp>
    <dsp:sp modelId="{DD60AF7C-6D1E-4D2A-9B70-9F45CB5B4115}">
      <dsp:nvSpPr>
        <dsp:cNvPr id="0" name=""/>
        <dsp:cNvSpPr/>
      </dsp:nvSpPr>
      <dsp:spPr>
        <a:xfrm rot="5400000">
          <a:off x="5278774" y="-4066281"/>
          <a:ext cx="523017" cy="995406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-355548"/>
              <a:satOff val="-4259"/>
              <a:lumOff val="1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Cyrl-RS" sz="2700" kern="1200" dirty="0" smtClean="0"/>
            <a:t>Израчунавање метрика (М</a:t>
          </a:r>
          <a:r>
            <a:rPr lang="en-US" sz="2700" kern="1200" dirty="0" smtClean="0"/>
            <a:t>CV, </a:t>
          </a:r>
          <a:r>
            <a:rPr lang="sr-Cyrl-RS" sz="2700" kern="1200" dirty="0" smtClean="0"/>
            <a:t>хистограм, </a:t>
          </a:r>
          <a:r>
            <a:rPr lang="en-US" sz="2700" kern="1200" dirty="0" err="1" smtClean="0"/>
            <a:t>n_dinstinct</a:t>
          </a:r>
          <a:r>
            <a:rPr lang="en-US" sz="2700" kern="1200" dirty="0" smtClean="0"/>
            <a:t>)</a:t>
          </a:r>
          <a:endParaRPr lang="en-US" sz="2700" kern="1200" dirty="0"/>
        </a:p>
      </dsp:txBody>
      <dsp:txXfrm rot="-5400000">
        <a:off x="563250" y="674775"/>
        <a:ext cx="9928534" cy="471953"/>
      </dsp:txXfrm>
    </dsp:sp>
    <dsp:sp modelId="{1A88A584-2CE9-48F6-A4D1-258AD2EEEDA1}">
      <dsp:nvSpPr>
        <dsp:cNvPr id="0" name=""/>
        <dsp:cNvSpPr/>
      </dsp:nvSpPr>
      <dsp:spPr>
        <a:xfrm rot="5400000">
          <a:off x="-120696" y="1417905"/>
          <a:ext cx="804641" cy="563249"/>
        </a:xfrm>
        <a:prstGeom prst="chevron">
          <a:avLst/>
        </a:prstGeom>
        <a:solidFill>
          <a:schemeClr val="accent4">
            <a:hueOff val="-711096"/>
            <a:satOff val="-8517"/>
            <a:lumOff val="2353"/>
            <a:alphaOff val="0"/>
          </a:schemeClr>
        </a:solidFill>
        <a:ln w="19050" cap="rnd" cmpd="sng" algn="ctr">
          <a:solidFill>
            <a:schemeClr val="accent4">
              <a:hueOff val="-711096"/>
              <a:satOff val="-8517"/>
              <a:lumOff val="2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3</a:t>
          </a:r>
          <a:endParaRPr lang="en-US" sz="1500" kern="1200" dirty="0"/>
        </a:p>
      </dsp:txBody>
      <dsp:txXfrm rot="-5400000">
        <a:off x="1" y="1578834"/>
        <a:ext cx="563249" cy="241392"/>
      </dsp:txXfrm>
    </dsp:sp>
    <dsp:sp modelId="{3C9F5CF1-A883-40B4-A0C2-8A85B9C0D75E}">
      <dsp:nvSpPr>
        <dsp:cNvPr id="0" name=""/>
        <dsp:cNvSpPr/>
      </dsp:nvSpPr>
      <dsp:spPr>
        <a:xfrm rot="5400000">
          <a:off x="5278774" y="-3418315"/>
          <a:ext cx="523017" cy="995406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-711096"/>
              <a:satOff val="-8517"/>
              <a:lumOff val="2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Cyrl-RS" sz="2700" kern="1200" dirty="0" smtClean="0"/>
            <a:t>Чување у </a:t>
          </a:r>
          <a:r>
            <a:rPr lang="en-US" sz="2700" kern="1200" dirty="0" err="1" smtClean="0"/>
            <a:t>pg_statistic</a:t>
          </a:r>
          <a:r>
            <a:rPr lang="en-US" sz="2700" kern="1200" dirty="0" smtClean="0"/>
            <a:t> (</a:t>
          </a:r>
          <a:r>
            <a:rPr lang="en-US" sz="2700" kern="1200" dirty="0" err="1" smtClean="0"/>
            <a:t>pg_stats</a:t>
          </a:r>
          <a:r>
            <a:rPr lang="en-US" sz="2700" kern="1200" dirty="0" smtClean="0"/>
            <a:t>)</a:t>
          </a:r>
          <a:endParaRPr lang="en-US" sz="2700" kern="1200" dirty="0"/>
        </a:p>
      </dsp:txBody>
      <dsp:txXfrm rot="-5400000">
        <a:off x="563250" y="1322741"/>
        <a:ext cx="9928534" cy="471953"/>
      </dsp:txXfrm>
    </dsp:sp>
    <dsp:sp modelId="{3B26F1D0-0778-4304-8BCF-AE754BEF8E8C}">
      <dsp:nvSpPr>
        <dsp:cNvPr id="0" name=""/>
        <dsp:cNvSpPr/>
      </dsp:nvSpPr>
      <dsp:spPr>
        <a:xfrm rot="5400000">
          <a:off x="-120696" y="2065871"/>
          <a:ext cx="804641" cy="563249"/>
        </a:xfrm>
        <a:prstGeom prst="chevron">
          <a:avLst/>
        </a:prstGeom>
        <a:solidFill>
          <a:schemeClr val="accent4">
            <a:hueOff val="-1066644"/>
            <a:satOff val="-12776"/>
            <a:lumOff val="3530"/>
            <a:alphaOff val="0"/>
          </a:schemeClr>
        </a:solidFill>
        <a:ln w="19050" cap="rnd" cmpd="sng" algn="ctr">
          <a:solidFill>
            <a:schemeClr val="accent4">
              <a:hueOff val="-1066644"/>
              <a:satOff val="-12776"/>
              <a:lumOff val="35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4</a:t>
          </a:r>
          <a:endParaRPr lang="en-US" sz="1500" kern="1200" dirty="0"/>
        </a:p>
      </dsp:txBody>
      <dsp:txXfrm rot="-5400000">
        <a:off x="1" y="2226800"/>
        <a:ext cx="563249" cy="241392"/>
      </dsp:txXfrm>
    </dsp:sp>
    <dsp:sp modelId="{558B2749-B9B4-4BF3-90CA-2F8372E0AFCF}">
      <dsp:nvSpPr>
        <dsp:cNvPr id="0" name=""/>
        <dsp:cNvSpPr/>
      </dsp:nvSpPr>
      <dsp:spPr>
        <a:xfrm rot="5400000">
          <a:off x="5278774" y="-2770349"/>
          <a:ext cx="523017" cy="995406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-1066644"/>
              <a:satOff val="-12776"/>
              <a:lumOff val="35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700" kern="1200" dirty="0" smtClean="0"/>
            <a:t>O</a:t>
          </a:r>
          <a:r>
            <a:rPr lang="sr-Cyrl-RS" sz="2700" kern="1200" dirty="0" smtClean="0"/>
            <a:t>птимизатор користи нове статистике</a:t>
          </a:r>
          <a:endParaRPr lang="en-US" sz="2700" kern="1200" dirty="0"/>
        </a:p>
      </dsp:txBody>
      <dsp:txXfrm rot="-5400000">
        <a:off x="563250" y="1970707"/>
        <a:ext cx="9928534" cy="4719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B6EC62-95E8-4622-BBCC-4EBE383C3C07}">
      <dsp:nvSpPr>
        <dsp:cNvPr id="0" name=""/>
        <dsp:cNvSpPr/>
      </dsp:nvSpPr>
      <dsp:spPr>
        <a:xfrm>
          <a:off x="1114" y="0"/>
          <a:ext cx="2898771" cy="3599592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Cyrl-RS" sz="1600" kern="1200" dirty="0" smtClean="0"/>
            <a:t>П</a:t>
          </a:r>
          <a:r>
            <a:rPr lang="en-US" sz="1600" kern="1200" dirty="0" smtClean="0"/>
            <a:t>o</a:t>
          </a:r>
          <a:r>
            <a:rPr lang="sr-Cyrl-RS" sz="1600" kern="1200" dirty="0" smtClean="0"/>
            <a:t>четно стање</a:t>
          </a:r>
          <a:endParaRPr lang="en-US" sz="1600" kern="1200" dirty="0"/>
        </a:p>
      </dsp:txBody>
      <dsp:txXfrm>
        <a:off x="1114" y="0"/>
        <a:ext cx="2898771" cy="1079877"/>
      </dsp:txXfrm>
    </dsp:sp>
    <dsp:sp modelId="{A9978BE8-5C3D-430B-88AE-7317ED8AAAD1}">
      <dsp:nvSpPr>
        <dsp:cNvPr id="0" name=""/>
        <dsp:cNvSpPr/>
      </dsp:nvSpPr>
      <dsp:spPr>
        <a:xfrm>
          <a:off x="290992" y="1079965"/>
          <a:ext cx="2319016" cy="52438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Germany ~ 1% </a:t>
          </a:r>
          <a:r>
            <a:rPr lang="sr-Cyrl-RS" sz="1000" kern="1200" dirty="0" smtClean="0"/>
            <a:t>редова</a:t>
          </a:r>
          <a:endParaRPr lang="en-US" sz="1000" kern="1200" dirty="0"/>
        </a:p>
      </dsp:txBody>
      <dsp:txXfrm>
        <a:off x="306351" y="1095324"/>
        <a:ext cx="2288298" cy="493665"/>
      </dsp:txXfrm>
    </dsp:sp>
    <dsp:sp modelId="{FB1EB15C-0D22-4FE4-8DAF-D0111A739DE0}">
      <dsp:nvSpPr>
        <dsp:cNvPr id="0" name=""/>
        <dsp:cNvSpPr/>
      </dsp:nvSpPr>
      <dsp:spPr>
        <a:xfrm>
          <a:off x="290992" y="1685023"/>
          <a:ext cx="2319016" cy="524383"/>
        </a:xfrm>
        <a:prstGeom prst="roundRect">
          <a:avLst>
            <a:gd name="adj" fmla="val 10000"/>
          </a:avLst>
        </a:prstGeom>
        <a:solidFill>
          <a:schemeClr val="accent4">
            <a:hueOff val="-118516"/>
            <a:satOff val="-1420"/>
            <a:lumOff val="39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Cyrl-RS" sz="1000" kern="1200" dirty="0" smtClean="0"/>
            <a:t>Процена: 19933</a:t>
          </a:r>
          <a:endParaRPr lang="en-US" sz="1000" kern="1200" dirty="0"/>
        </a:p>
      </dsp:txBody>
      <dsp:txXfrm>
        <a:off x="306351" y="1700382"/>
        <a:ext cx="2288298" cy="493665"/>
      </dsp:txXfrm>
    </dsp:sp>
    <dsp:sp modelId="{108D3273-EAD7-45F4-9CBF-C39227C0ABE5}">
      <dsp:nvSpPr>
        <dsp:cNvPr id="0" name=""/>
        <dsp:cNvSpPr/>
      </dsp:nvSpPr>
      <dsp:spPr>
        <a:xfrm>
          <a:off x="290992" y="2290082"/>
          <a:ext cx="2319016" cy="524383"/>
        </a:xfrm>
        <a:prstGeom prst="roundRect">
          <a:avLst>
            <a:gd name="adj" fmla="val 10000"/>
          </a:avLst>
        </a:prstGeom>
        <a:solidFill>
          <a:schemeClr val="accent4">
            <a:hueOff val="-237032"/>
            <a:satOff val="-2839"/>
            <a:lumOff val="78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Cyrl-RS" sz="1000" kern="1200" dirty="0" smtClean="0"/>
            <a:t>Страрно: 19975</a:t>
          </a:r>
          <a:endParaRPr lang="en-US" sz="1000" kern="1200" dirty="0"/>
        </a:p>
      </dsp:txBody>
      <dsp:txXfrm>
        <a:off x="306351" y="2305441"/>
        <a:ext cx="2288298" cy="493665"/>
      </dsp:txXfrm>
    </dsp:sp>
    <dsp:sp modelId="{4603669D-BAE5-4EF0-9F46-9EAD3D5B8247}">
      <dsp:nvSpPr>
        <dsp:cNvPr id="0" name=""/>
        <dsp:cNvSpPr/>
      </dsp:nvSpPr>
      <dsp:spPr>
        <a:xfrm>
          <a:off x="290992" y="2895140"/>
          <a:ext cx="2319016" cy="524383"/>
        </a:xfrm>
        <a:prstGeom prst="roundRect">
          <a:avLst>
            <a:gd name="adj" fmla="val 10000"/>
          </a:avLst>
        </a:prstGeom>
        <a:solidFill>
          <a:schemeClr val="accent4">
            <a:hueOff val="-355548"/>
            <a:satOff val="-4259"/>
            <a:lumOff val="117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Index Only Scan</a:t>
          </a:r>
          <a:endParaRPr lang="en-US" sz="1000" kern="1200" dirty="0"/>
        </a:p>
      </dsp:txBody>
      <dsp:txXfrm>
        <a:off x="306351" y="2910499"/>
        <a:ext cx="2288298" cy="493665"/>
      </dsp:txXfrm>
    </dsp:sp>
    <dsp:sp modelId="{EF7147CD-B496-43E4-B9B1-59C4A1F8D33D}">
      <dsp:nvSpPr>
        <dsp:cNvPr id="0" name=""/>
        <dsp:cNvSpPr/>
      </dsp:nvSpPr>
      <dsp:spPr>
        <a:xfrm>
          <a:off x="3117293" y="0"/>
          <a:ext cx="2898771" cy="3599592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Cyrl-RS" sz="1600" kern="1200" dirty="0" smtClean="0"/>
            <a:t>После масовног </a:t>
          </a:r>
          <a:r>
            <a:rPr lang="en-US" sz="1600" kern="1200" dirty="0" smtClean="0"/>
            <a:t>UPDATE (</a:t>
          </a:r>
          <a:r>
            <a:rPr lang="sr-Cyrl-RS" sz="1600" kern="1200" dirty="0" smtClean="0"/>
            <a:t>без </a:t>
          </a:r>
          <a:r>
            <a:rPr lang="en-US" sz="1600" kern="1200" dirty="0" smtClean="0"/>
            <a:t>ANALYZE)</a:t>
          </a:r>
          <a:endParaRPr lang="en-US" sz="1600" kern="1200" dirty="0"/>
        </a:p>
      </dsp:txBody>
      <dsp:txXfrm>
        <a:off x="3117293" y="0"/>
        <a:ext cx="2898771" cy="1079877"/>
      </dsp:txXfrm>
    </dsp:sp>
    <dsp:sp modelId="{80EB115F-5CFC-45B6-AC2A-EA7A1989E0E7}">
      <dsp:nvSpPr>
        <dsp:cNvPr id="0" name=""/>
        <dsp:cNvSpPr/>
      </dsp:nvSpPr>
      <dsp:spPr>
        <a:xfrm>
          <a:off x="3407171" y="1079965"/>
          <a:ext cx="2319016" cy="524383"/>
        </a:xfrm>
        <a:prstGeom prst="roundRect">
          <a:avLst>
            <a:gd name="adj" fmla="val 10000"/>
          </a:avLst>
        </a:prstGeom>
        <a:solidFill>
          <a:schemeClr val="accent4">
            <a:hueOff val="-474064"/>
            <a:satOff val="-5678"/>
            <a:lumOff val="156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Germany ~ 100% </a:t>
          </a:r>
          <a:r>
            <a:rPr lang="sr-Cyrl-RS" sz="1000" kern="1200" dirty="0" smtClean="0"/>
            <a:t>редова</a:t>
          </a:r>
          <a:endParaRPr lang="en-US" sz="1000" kern="1200" dirty="0"/>
        </a:p>
      </dsp:txBody>
      <dsp:txXfrm>
        <a:off x="3422530" y="1095324"/>
        <a:ext cx="2288298" cy="493665"/>
      </dsp:txXfrm>
    </dsp:sp>
    <dsp:sp modelId="{BE378AC9-12DC-4484-97CD-5FAF51F078BF}">
      <dsp:nvSpPr>
        <dsp:cNvPr id="0" name=""/>
        <dsp:cNvSpPr/>
      </dsp:nvSpPr>
      <dsp:spPr>
        <a:xfrm>
          <a:off x="3407171" y="1685023"/>
          <a:ext cx="2319016" cy="524383"/>
        </a:xfrm>
        <a:prstGeom prst="roundRect">
          <a:avLst>
            <a:gd name="adj" fmla="val 10000"/>
          </a:avLst>
        </a:prstGeom>
        <a:solidFill>
          <a:schemeClr val="accent4">
            <a:hueOff val="-592580"/>
            <a:satOff val="-7098"/>
            <a:lumOff val="196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Cyrl-RS" sz="1000" kern="1200" dirty="0" smtClean="0"/>
            <a:t>Процена: 39668</a:t>
          </a:r>
          <a:endParaRPr lang="en-US" sz="1000" kern="1200" dirty="0"/>
        </a:p>
      </dsp:txBody>
      <dsp:txXfrm>
        <a:off x="3422530" y="1700382"/>
        <a:ext cx="2288298" cy="493665"/>
      </dsp:txXfrm>
    </dsp:sp>
    <dsp:sp modelId="{ABE4C342-23A9-4DF4-B970-663F01ADCE37}">
      <dsp:nvSpPr>
        <dsp:cNvPr id="0" name=""/>
        <dsp:cNvSpPr/>
      </dsp:nvSpPr>
      <dsp:spPr>
        <a:xfrm>
          <a:off x="3407171" y="2290082"/>
          <a:ext cx="2319016" cy="524383"/>
        </a:xfrm>
        <a:prstGeom prst="roundRect">
          <a:avLst>
            <a:gd name="adj" fmla="val 10000"/>
          </a:avLst>
        </a:prstGeom>
        <a:solidFill>
          <a:schemeClr val="accent4">
            <a:hueOff val="-711096"/>
            <a:satOff val="-8517"/>
            <a:lumOff val="235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Cyrl-RS" sz="1000" kern="1200" dirty="0" smtClean="0"/>
            <a:t>Стварно: 2 000 000</a:t>
          </a:r>
          <a:endParaRPr lang="en-US" sz="1000" kern="1200" dirty="0"/>
        </a:p>
      </dsp:txBody>
      <dsp:txXfrm>
        <a:off x="3422530" y="2305441"/>
        <a:ext cx="2288298" cy="493665"/>
      </dsp:txXfrm>
    </dsp:sp>
    <dsp:sp modelId="{51ED1528-0F13-4E47-81D5-F1D5768045CB}">
      <dsp:nvSpPr>
        <dsp:cNvPr id="0" name=""/>
        <dsp:cNvSpPr/>
      </dsp:nvSpPr>
      <dsp:spPr>
        <a:xfrm>
          <a:off x="3407171" y="2895140"/>
          <a:ext cx="2319016" cy="524383"/>
        </a:xfrm>
        <a:prstGeom prst="roundRect">
          <a:avLst>
            <a:gd name="adj" fmla="val 10000"/>
          </a:avLst>
        </a:prstGeom>
        <a:solidFill>
          <a:schemeClr val="accent4">
            <a:hueOff val="-829612"/>
            <a:satOff val="-9937"/>
            <a:lumOff val="274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Cyrl-RS" sz="1000" kern="1200" dirty="0" smtClean="0"/>
            <a:t>Оптимизатор и даље користи </a:t>
          </a:r>
          <a:r>
            <a:rPr lang="en-US" sz="1000" kern="1200" dirty="0" smtClean="0"/>
            <a:t>Index Only Scan -&gt; </a:t>
          </a:r>
          <a:r>
            <a:rPr lang="sr-Cyrl-RS" sz="1000" kern="1200" dirty="0" smtClean="0"/>
            <a:t>Време извршења 604</a:t>
          </a:r>
          <a:r>
            <a:rPr lang="en-US" sz="1000" kern="1200" dirty="0" err="1" smtClean="0"/>
            <a:t>ms</a:t>
          </a:r>
          <a:endParaRPr lang="en-US" sz="1000" kern="1200" dirty="0"/>
        </a:p>
      </dsp:txBody>
      <dsp:txXfrm>
        <a:off x="3422530" y="2910499"/>
        <a:ext cx="2288298" cy="493665"/>
      </dsp:txXfrm>
    </dsp:sp>
    <dsp:sp modelId="{06DBC616-1E60-4096-BFCE-01A30B15AD80}">
      <dsp:nvSpPr>
        <dsp:cNvPr id="0" name=""/>
        <dsp:cNvSpPr/>
      </dsp:nvSpPr>
      <dsp:spPr>
        <a:xfrm>
          <a:off x="6233472" y="0"/>
          <a:ext cx="2898771" cy="3599592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Cyrl-RS" sz="1600" kern="1200" dirty="0" smtClean="0"/>
            <a:t>После А</a:t>
          </a:r>
          <a:r>
            <a:rPr lang="en-US" sz="1600" kern="1200" dirty="0" smtClean="0"/>
            <a:t>NALYZE</a:t>
          </a:r>
          <a:endParaRPr lang="en-US" sz="1600" kern="1200" dirty="0"/>
        </a:p>
      </dsp:txBody>
      <dsp:txXfrm>
        <a:off x="6233472" y="0"/>
        <a:ext cx="2898771" cy="1079877"/>
      </dsp:txXfrm>
    </dsp:sp>
    <dsp:sp modelId="{77C224F5-BD25-43FA-AEEF-6AABD8E3109D}">
      <dsp:nvSpPr>
        <dsp:cNvPr id="0" name=""/>
        <dsp:cNvSpPr/>
      </dsp:nvSpPr>
      <dsp:spPr>
        <a:xfrm>
          <a:off x="6523350" y="1080932"/>
          <a:ext cx="2319016" cy="1085326"/>
        </a:xfrm>
        <a:prstGeom prst="roundRect">
          <a:avLst>
            <a:gd name="adj" fmla="val 10000"/>
          </a:avLst>
        </a:prstGeom>
        <a:solidFill>
          <a:schemeClr val="accent4">
            <a:hueOff val="-948128"/>
            <a:satOff val="-11356"/>
            <a:lumOff val="313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Cyrl-RS" sz="1000" kern="1200" dirty="0" smtClean="0"/>
            <a:t>Процена: ~833 333</a:t>
          </a:r>
          <a:r>
            <a:rPr lang="en-US" sz="1000" kern="1200" dirty="0" smtClean="0"/>
            <a:t>/worker</a:t>
          </a:r>
          <a:endParaRPr lang="en-US" sz="1000" kern="1200" dirty="0"/>
        </a:p>
      </dsp:txBody>
      <dsp:txXfrm>
        <a:off x="6555138" y="1112720"/>
        <a:ext cx="2255440" cy="1021750"/>
      </dsp:txXfrm>
    </dsp:sp>
    <dsp:sp modelId="{5A38E8BC-14C5-4CD7-9FBE-3439EB21BB25}">
      <dsp:nvSpPr>
        <dsp:cNvPr id="0" name=""/>
        <dsp:cNvSpPr/>
      </dsp:nvSpPr>
      <dsp:spPr>
        <a:xfrm>
          <a:off x="6523350" y="2333231"/>
          <a:ext cx="2319016" cy="1085326"/>
        </a:xfrm>
        <a:prstGeom prst="roundRect">
          <a:avLst>
            <a:gd name="adj" fmla="val 10000"/>
          </a:avLst>
        </a:prstGeom>
        <a:solidFill>
          <a:schemeClr val="accent4">
            <a:hueOff val="-1066644"/>
            <a:satOff val="-12776"/>
            <a:lumOff val="353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err="1" smtClean="0"/>
            <a:t>Seq</a:t>
          </a:r>
          <a:r>
            <a:rPr lang="en-US" sz="1000" kern="1200" dirty="0" smtClean="0"/>
            <a:t> Scan (</a:t>
          </a:r>
          <a:r>
            <a:rPr lang="sr-Cyrl-RS" sz="1000" kern="1200" dirty="0" smtClean="0"/>
            <a:t>исправна одлука) </a:t>
          </a:r>
          <a:r>
            <a:rPr lang="en-US" sz="1000" kern="1200" dirty="0" smtClean="0"/>
            <a:t>-&gt; </a:t>
          </a:r>
          <a:r>
            <a:rPr lang="sr-Cyrl-RS" sz="1000" kern="1200" dirty="0" smtClean="0"/>
            <a:t>Време извршавања </a:t>
          </a:r>
          <a:r>
            <a:rPr lang="en-US" sz="1000" kern="1200" dirty="0" smtClean="0"/>
            <a:t>247ms (2.4 x </a:t>
          </a:r>
          <a:r>
            <a:rPr lang="sr-Cyrl-RS" sz="1000" kern="1200" dirty="0" smtClean="0"/>
            <a:t>брже)</a:t>
          </a:r>
          <a:endParaRPr lang="en-US" sz="1000" kern="1200" dirty="0"/>
        </a:p>
      </dsp:txBody>
      <dsp:txXfrm>
        <a:off x="6555138" y="2365019"/>
        <a:ext cx="2255440" cy="10217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259BEA-82BC-4476-91F2-380E77DBAD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9DE9C3-2AB8-44E5-BCFE-5DD42DFC56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7858F-6309-4F09-BEA0-6CBF97E55806}" type="datetimeFigureOut">
              <a:rPr lang="en-US" smtClean="0"/>
              <a:t>11-Mar-26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1B971B-9BC3-41DB-91DC-F03F5C808D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A0720E-F4E2-435B-A885-9194BA30267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F8AE00-5498-4F06-8655-F21703489BC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420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53C5D-CD12-6D4C-A980-0612968271E2}" type="datetimeFigureOut">
              <a:rPr lang="en-US" smtClean="0"/>
              <a:t>11-Mar-26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F167F0-0840-1348-BFE4-C6298BBC06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904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2000"/>
                  <a:hueMod val="108000"/>
                  <a:satMod val="164000"/>
                  <a:lumMod val="69000"/>
                </a:schemeClr>
                <a:schemeClr val="dk2">
                  <a:tint val="96000"/>
                  <a:hueMod val="90000"/>
                  <a:satMod val="130000"/>
                  <a:lumMod val="134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10"/>
          <p:cNvSpPr/>
          <p:nvPr/>
        </p:nvSpPr>
        <p:spPr>
          <a:xfrm>
            <a:off x="322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Oval 11"/>
          <p:cNvSpPr/>
          <p:nvPr/>
        </p:nvSpPr>
        <p:spPr>
          <a:xfrm>
            <a:off x="175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Oval 12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Oval 13"/>
          <p:cNvSpPr/>
          <p:nvPr/>
        </p:nvSpPr>
        <p:spPr>
          <a:xfrm>
            <a:off x="7999412" y="-2373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15" name="Oval 14"/>
          <p:cNvSpPr/>
          <p:nvPr/>
        </p:nvSpPr>
        <p:spPr>
          <a:xfrm>
            <a:off x="8609012" y="5874054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Freeform 5"/>
          <p:cNvSpPr>
            <a:spLocks noEditPoints="1"/>
          </p:cNvSpPr>
          <p:nvPr/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75D0B1B9-C7DF-F64A-B488-12B3D5090923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72730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41EE2-1449-2741-9D08-61623EFC2A0E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73622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F7560-49B8-714F-A7F1-D946D3E64C23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94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A9677FD5-9A91-4866-B075-6DDE16433AC7}"/>
              </a:ext>
            </a:extLst>
          </p:cNvPr>
          <p:cNvGrpSpPr/>
          <p:nvPr userDrawn="1"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 r="-14009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287088"/>
            <a:ext cx="3438881" cy="2283824"/>
          </a:xfrm>
        </p:spPr>
        <p:txBody>
          <a:bodyPr anchor="ctr"/>
          <a:lstStyle>
            <a:lvl1pPr algn="l">
              <a:defRPr sz="2300" b="0" cap="none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237C-03C9-D843-906B-96D98C6B2D61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79578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s as Icons 5X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480622-FB8F-493B-9965-971B07D75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2913" y="1748812"/>
            <a:ext cx="3852000" cy="72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Text Item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C5BC223-8B87-4685-A901-71B07847E4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92913" y="2561156"/>
            <a:ext cx="3852000" cy="72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Text Item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1AE3DDF2-FC22-4381-9763-408FEF9648B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92913" y="3373501"/>
            <a:ext cx="3852000" cy="72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3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Text Item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6170A2BF-28BF-4B27-B92D-B1423601B7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2913" y="4185846"/>
            <a:ext cx="3852000" cy="72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4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Text Item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2DB1D08C-9D26-4EC5-B935-D6A265A2A6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92913" y="4998190"/>
            <a:ext cx="3852000" cy="72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6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Text Item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677FD5-9A91-4866-B075-6DDE16433AC7}"/>
              </a:ext>
            </a:extLst>
          </p:cNvPr>
          <p:cNvGrpSpPr/>
          <p:nvPr userDrawn="1"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 r="-14009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287088"/>
            <a:ext cx="3438881" cy="2283824"/>
          </a:xfrm>
        </p:spPr>
        <p:txBody>
          <a:bodyPr anchor="ctr"/>
          <a:lstStyle>
            <a:lvl1pPr algn="l">
              <a:defRPr sz="2300" b="0" cap="none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BD2BD-1F35-9841-A6BF-76BE540EE01F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DDAF6ED-5E16-4D29-98B7-FB80DB3AAFE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870575" y="1840504"/>
            <a:ext cx="536616" cy="536616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00" i="1"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8C305CB7-F303-430E-951A-7FC6F97062A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870575" y="2652849"/>
            <a:ext cx="536616" cy="536616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00" i="1"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2" name="Picture Placeholder 13">
            <a:extLst>
              <a:ext uri="{FF2B5EF4-FFF2-40B4-BE49-F238E27FC236}">
                <a16:creationId xmlns:a16="http://schemas.microsoft.com/office/drawing/2014/main" id="{84D427E5-ED69-4A46-A9B7-F4DC4466F32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870575" y="3465194"/>
            <a:ext cx="536616" cy="536616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00" i="1"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3DDA902F-61D6-4F1C-86C6-D1F5584AE8B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870575" y="4277539"/>
            <a:ext cx="536616" cy="536616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00" i="1"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6" name="Picture Placeholder 13">
            <a:extLst>
              <a:ext uri="{FF2B5EF4-FFF2-40B4-BE49-F238E27FC236}">
                <a16:creationId xmlns:a16="http://schemas.microsoft.com/office/drawing/2014/main" id="{D8B6871A-9C69-4437-A5AD-A0400BAF2C6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870575" y="5089882"/>
            <a:ext cx="536616" cy="536616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00" i="1"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296259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con Bullets Vertica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>
            <a:extLst>
              <a:ext uri="{FF2B5EF4-FFF2-40B4-BE49-F238E27FC236}">
                <a16:creationId xmlns:a16="http://schemas.microsoft.com/office/drawing/2014/main" id="{B8ACAEC3-8D8C-3848-8630-7A0DFF3F6116}"/>
              </a:ext>
            </a:extLst>
          </p:cNvPr>
          <p:cNvSpPr>
            <a:spLocks noChangeAspect="1"/>
          </p:cNvSpPr>
          <p:nvPr userDrawn="1"/>
        </p:nvSpPr>
        <p:spPr>
          <a:xfrm>
            <a:off x="8699143" y="3702940"/>
            <a:ext cx="1261872" cy="12618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CC12BEA0-F502-0646-A370-7ECF194608D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65103" y="3869836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8C6160-632A-B540-A7E5-81F40CEC1FE7}"/>
              </a:ext>
            </a:extLst>
          </p:cNvPr>
          <p:cNvSpPr>
            <a:spLocks noChangeAspect="1"/>
          </p:cNvSpPr>
          <p:nvPr userDrawn="1"/>
        </p:nvSpPr>
        <p:spPr>
          <a:xfrm>
            <a:off x="6287247" y="3706777"/>
            <a:ext cx="1261872" cy="12618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EB2FEBB6-C1E0-0D47-8CCC-05EE2F75659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452271" y="3873673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215E544-9553-AC42-B5C3-F7AE9AD6D815}"/>
              </a:ext>
            </a:extLst>
          </p:cNvPr>
          <p:cNvSpPr>
            <a:spLocks noChangeAspect="1"/>
          </p:cNvSpPr>
          <p:nvPr userDrawn="1"/>
        </p:nvSpPr>
        <p:spPr>
          <a:xfrm>
            <a:off x="8699143" y="799317"/>
            <a:ext cx="1261872" cy="12618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76E934A-C634-DF4D-992A-6E01917693AD}"/>
              </a:ext>
            </a:extLst>
          </p:cNvPr>
          <p:cNvSpPr>
            <a:spLocks noChangeAspect="1"/>
          </p:cNvSpPr>
          <p:nvPr userDrawn="1"/>
        </p:nvSpPr>
        <p:spPr>
          <a:xfrm>
            <a:off x="6289119" y="799317"/>
            <a:ext cx="1261872" cy="12618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677FD5-9A91-4866-B075-6DDE16433AC7}"/>
              </a:ext>
            </a:extLst>
          </p:cNvPr>
          <p:cNvGrpSpPr/>
          <p:nvPr userDrawn="1"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 r="-14009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287088"/>
            <a:ext cx="3438881" cy="2283824"/>
          </a:xfrm>
        </p:spPr>
        <p:txBody>
          <a:bodyPr anchor="ctr"/>
          <a:lstStyle>
            <a:lvl1pPr algn="l">
              <a:defRPr sz="2300" b="0" cap="none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4F40A-5592-5744-BFD7-61B04D70BFE7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ADD13A9-A8EA-4B1C-AE31-FE189E0E8B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6275" y="235108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2BAC124-81DA-4B8B-86CD-75C69A4D0D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67235" y="235108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B493D355-B592-4395-8255-D1D4FB1CF1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6275" y="525854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D0A496BB-AA13-44AE-AFA6-30D4ED5099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67235" y="525854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8E97E18E-0E31-B542-9578-D6E4DCD84680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454143" y="966213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7602DDF7-46BD-6045-BDB0-45F47B0B6A9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865103" y="965277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</p:spTree>
    <p:extLst>
      <p:ext uri="{BB962C8B-B14F-4D97-AF65-F5344CB8AC3E}">
        <p14:creationId xmlns:p14="http://schemas.microsoft.com/office/powerpoint/2010/main" val="182046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con Bullets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86F73ED6-3B3B-5A45-912C-FCFD7D53593C}"/>
              </a:ext>
            </a:extLst>
          </p:cNvPr>
          <p:cNvSpPr>
            <a:spLocks noChangeAspect="1"/>
          </p:cNvSpPr>
          <p:nvPr userDrawn="1"/>
        </p:nvSpPr>
        <p:spPr>
          <a:xfrm>
            <a:off x="8699143" y="3702940"/>
            <a:ext cx="1261872" cy="126187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B5971407-B12A-EE45-895D-769807DFC76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65103" y="3869836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6215321-76D7-AD41-B779-DE347C617DB3}"/>
              </a:ext>
            </a:extLst>
          </p:cNvPr>
          <p:cNvSpPr>
            <a:spLocks noChangeAspect="1"/>
          </p:cNvSpPr>
          <p:nvPr userDrawn="1"/>
        </p:nvSpPr>
        <p:spPr>
          <a:xfrm>
            <a:off x="6288183" y="3706777"/>
            <a:ext cx="1261872" cy="12618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E61684B2-1403-BD44-80B1-6A5C0D0A3C6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454143" y="3873673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B87B079-A5F0-D34B-90BD-17403B51EF47}"/>
              </a:ext>
            </a:extLst>
          </p:cNvPr>
          <p:cNvSpPr>
            <a:spLocks noChangeAspect="1"/>
          </p:cNvSpPr>
          <p:nvPr userDrawn="1"/>
        </p:nvSpPr>
        <p:spPr>
          <a:xfrm>
            <a:off x="8699143" y="799317"/>
            <a:ext cx="1261872" cy="12618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7169BE7-153A-034D-B3C8-A226C22DE09C}"/>
              </a:ext>
            </a:extLst>
          </p:cNvPr>
          <p:cNvSpPr>
            <a:spLocks noChangeAspect="1"/>
          </p:cNvSpPr>
          <p:nvPr userDrawn="1"/>
        </p:nvSpPr>
        <p:spPr>
          <a:xfrm>
            <a:off x="6288183" y="799317"/>
            <a:ext cx="1261872" cy="12618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604C6493-8619-1749-A32C-8C1C4E87533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454143" y="966213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EE25A905-577F-154D-BA89-4F485EEBC4B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865103" y="965277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677FD5-9A91-4866-B075-6DDE16433AC7}"/>
              </a:ext>
            </a:extLst>
          </p:cNvPr>
          <p:cNvGrpSpPr/>
          <p:nvPr userDrawn="1"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 r="-14009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287088"/>
            <a:ext cx="3438881" cy="2283824"/>
          </a:xfrm>
        </p:spPr>
        <p:txBody>
          <a:bodyPr anchor="ctr"/>
          <a:lstStyle>
            <a:lvl1pPr algn="l">
              <a:defRPr sz="2300" b="0" cap="none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7F711-7020-994E-A797-D04033A0CF12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ADD13A9-A8EA-4B1C-AE31-FE189E0E8B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6275" y="235108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2BAC124-81DA-4B8B-86CD-75C69A4D0D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67235" y="235108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B493D355-B592-4395-8255-D1D4FB1CF1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6275" y="525854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D0A496BB-AA13-44AE-AFA6-30D4ED5099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67235" y="525854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</p:spTree>
    <p:extLst>
      <p:ext uri="{BB962C8B-B14F-4D97-AF65-F5344CB8AC3E}">
        <p14:creationId xmlns:p14="http://schemas.microsoft.com/office/powerpoint/2010/main" val="3254131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Icon Bullets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28">
            <a:extLst>
              <a:ext uri="{FF2B5EF4-FFF2-40B4-BE49-F238E27FC236}">
                <a16:creationId xmlns:a16="http://schemas.microsoft.com/office/drawing/2014/main" id="{3B87B079-A5F0-D34B-90BD-17403B51EF47}"/>
              </a:ext>
            </a:extLst>
          </p:cNvPr>
          <p:cNvSpPr>
            <a:spLocks noChangeAspect="1"/>
          </p:cNvSpPr>
          <p:nvPr userDrawn="1"/>
        </p:nvSpPr>
        <p:spPr>
          <a:xfrm>
            <a:off x="8699143" y="2234226"/>
            <a:ext cx="1261872" cy="12618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7169BE7-153A-034D-B3C8-A226C22DE09C}"/>
              </a:ext>
            </a:extLst>
          </p:cNvPr>
          <p:cNvSpPr>
            <a:spLocks noChangeAspect="1"/>
          </p:cNvSpPr>
          <p:nvPr userDrawn="1"/>
        </p:nvSpPr>
        <p:spPr>
          <a:xfrm>
            <a:off x="6288183" y="2234226"/>
            <a:ext cx="1261872" cy="12618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604C6493-8619-1749-A32C-8C1C4E87533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454143" y="2401122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EE25A905-577F-154D-BA89-4F485EEBC4B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865103" y="2400186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677FD5-9A91-4866-B075-6DDE16433AC7}"/>
              </a:ext>
            </a:extLst>
          </p:cNvPr>
          <p:cNvGrpSpPr/>
          <p:nvPr userDrawn="1"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 r="-14009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287088"/>
            <a:ext cx="3438881" cy="2283824"/>
          </a:xfrm>
        </p:spPr>
        <p:txBody>
          <a:bodyPr anchor="ctr"/>
          <a:lstStyle>
            <a:lvl1pPr algn="l">
              <a:defRPr sz="2300" b="0" cap="none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7F711-7020-994E-A797-D04033A0CF12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ADD13A9-A8EA-4B1C-AE31-FE189E0E8B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6275" y="3785996"/>
            <a:ext cx="2325688" cy="1503455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2BAC124-81DA-4B8B-86CD-75C69A4D0D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67235" y="3785996"/>
            <a:ext cx="2325688" cy="1503455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</p:spTree>
    <p:extLst>
      <p:ext uri="{BB962C8B-B14F-4D97-AF65-F5344CB8AC3E}">
        <p14:creationId xmlns:p14="http://schemas.microsoft.com/office/powerpoint/2010/main" val="2465061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con Bullet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val 31">
            <a:extLst>
              <a:ext uri="{FF2B5EF4-FFF2-40B4-BE49-F238E27FC236}">
                <a16:creationId xmlns:a16="http://schemas.microsoft.com/office/drawing/2014/main" id="{F625DE42-6A2A-D745-B1F8-2AF2793533BE}"/>
              </a:ext>
            </a:extLst>
          </p:cNvPr>
          <p:cNvSpPr>
            <a:spLocks noChangeAspect="1"/>
          </p:cNvSpPr>
          <p:nvPr userDrawn="1"/>
        </p:nvSpPr>
        <p:spPr>
          <a:xfrm>
            <a:off x="8404601" y="3981394"/>
            <a:ext cx="1042415" cy="104241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A87D37E3-62A9-1F44-8520-EBED16BF1C0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535100" y="4123125"/>
            <a:ext cx="781417" cy="758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5F8797D-AFBD-534A-AC82-DE2B7BAECE83}"/>
              </a:ext>
            </a:extLst>
          </p:cNvPr>
          <p:cNvSpPr>
            <a:spLocks noChangeAspect="1"/>
          </p:cNvSpPr>
          <p:nvPr userDrawn="1"/>
        </p:nvSpPr>
        <p:spPr>
          <a:xfrm>
            <a:off x="8404601" y="1932281"/>
            <a:ext cx="1042415" cy="104241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EFE809D2-16A3-B143-BC10-FEC397E62C6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535100" y="2074012"/>
            <a:ext cx="781417" cy="758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677FD5-9A91-4866-B075-6DDE16433AC7}"/>
              </a:ext>
            </a:extLst>
          </p:cNvPr>
          <p:cNvGrpSpPr/>
          <p:nvPr userDrawn="1"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 r="-14009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287088"/>
            <a:ext cx="3438881" cy="2283824"/>
          </a:xfrm>
        </p:spPr>
        <p:txBody>
          <a:bodyPr anchor="ctr"/>
          <a:lstStyle>
            <a:lvl1pPr algn="l">
              <a:defRPr sz="2300" b="0" cap="none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9370-372E-0846-B090-5E6EF97A3B62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ADD13A9-A8EA-4B1C-AE31-FE189E0E8B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9670" y="1840992"/>
            <a:ext cx="2095046" cy="1225056"/>
          </a:xfrm>
        </p:spPr>
        <p:txBody>
          <a:bodyPr anchor="ctr">
            <a:noAutofit/>
          </a:bodyPr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2BAC124-81DA-4B8B-86CD-75C69A4D0D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19533" y="1840992"/>
            <a:ext cx="2095046" cy="1225056"/>
          </a:xfrm>
        </p:spPr>
        <p:txBody>
          <a:bodyPr anchor="ctr">
            <a:noAutofit/>
          </a:bodyPr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B493D355-B592-4395-8255-D1D4FB1CF1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9670" y="3891529"/>
            <a:ext cx="2095046" cy="1222144"/>
          </a:xfrm>
        </p:spPr>
        <p:txBody>
          <a:bodyPr anchor="ctr">
            <a:noAutofit/>
          </a:bodyPr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D0A496BB-AA13-44AE-AFA6-30D4ED5099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19533" y="3891529"/>
            <a:ext cx="2095046" cy="1222144"/>
          </a:xfrm>
        </p:spPr>
        <p:txBody>
          <a:bodyPr anchor="ctr">
            <a:noAutofit/>
          </a:bodyPr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963115-25B3-494B-9A13-AC92EFE94C09}"/>
              </a:ext>
            </a:extLst>
          </p:cNvPr>
          <p:cNvSpPr>
            <a:spLocks noChangeAspect="1"/>
          </p:cNvSpPr>
          <p:nvPr userDrawn="1"/>
        </p:nvSpPr>
        <p:spPr>
          <a:xfrm>
            <a:off x="5070995" y="1932281"/>
            <a:ext cx="1042415" cy="104241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3C759269-D6E6-2B41-8BEE-8B5AFB809B6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01494" y="2074012"/>
            <a:ext cx="781417" cy="758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3E569D5-DC38-7C46-95CD-ACFBFBF591A2}"/>
              </a:ext>
            </a:extLst>
          </p:cNvPr>
          <p:cNvSpPr>
            <a:spLocks noChangeAspect="1"/>
          </p:cNvSpPr>
          <p:nvPr userDrawn="1"/>
        </p:nvSpPr>
        <p:spPr>
          <a:xfrm>
            <a:off x="5070995" y="3981394"/>
            <a:ext cx="1042415" cy="104241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E8396DFD-D667-2648-9BE4-6237690F799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201494" y="4123125"/>
            <a:ext cx="781417" cy="758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</p:spTree>
    <p:extLst>
      <p:ext uri="{BB962C8B-B14F-4D97-AF65-F5344CB8AC3E}">
        <p14:creationId xmlns:p14="http://schemas.microsoft.com/office/powerpoint/2010/main" val="2929901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2300" b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15A5A73-8E13-4E38-8362-0A09BA9441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58861" y="478881"/>
            <a:ext cx="5582675" cy="5908526"/>
          </a:xfrm>
          <a:custGeom>
            <a:avLst/>
            <a:gdLst>
              <a:gd name="connsiteX0" fmla="*/ 10816 w 5582675"/>
              <a:gd name="connsiteY0" fmla="*/ 0 h 5908526"/>
              <a:gd name="connsiteX1" fmla="*/ 5582675 w 5582675"/>
              <a:gd name="connsiteY1" fmla="*/ 0 h 5908526"/>
              <a:gd name="connsiteX2" fmla="*/ 5582675 w 5582675"/>
              <a:gd name="connsiteY2" fmla="*/ 5908526 h 5908526"/>
              <a:gd name="connsiteX3" fmla="*/ 0 w 5582675"/>
              <a:gd name="connsiteY3" fmla="*/ 5908526 h 5908526"/>
              <a:gd name="connsiteX4" fmla="*/ 30693 w 5582675"/>
              <a:gd name="connsiteY4" fmla="*/ 5722836 h 5908526"/>
              <a:gd name="connsiteX5" fmla="*/ 223682 w 5582675"/>
              <a:gd name="connsiteY5" fmla="*/ 2921544 h 5908526"/>
              <a:gd name="connsiteX6" fmla="*/ 30693 w 5582675"/>
              <a:gd name="connsiteY6" fmla="*/ 120253 h 59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82675" h="5908526">
                <a:moveTo>
                  <a:pt x="10816" y="0"/>
                </a:moveTo>
                <a:lnTo>
                  <a:pt x="5582675" y="0"/>
                </a:lnTo>
                <a:lnTo>
                  <a:pt x="5582675" y="5908526"/>
                </a:lnTo>
                <a:lnTo>
                  <a:pt x="0" y="5908526"/>
                </a:lnTo>
                <a:lnTo>
                  <a:pt x="30693" y="5722836"/>
                </a:lnTo>
                <a:cubicBezTo>
                  <a:pt x="153771" y="4890115"/>
                  <a:pt x="223682" y="3935837"/>
                  <a:pt x="223682" y="2921544"/>
                </a:cubicBezTo>
                <a:cubicBezTo>
                  <a:pt x="223682" y="1907252"/>
                  <a:pt x="153771" y="952973"/>
                  <a:pt x="30693" y="120253"/>
                </a:cubicBezTo>
                <a:close/>
              </a:path>
            </a:pathLst>
          </a:custGeom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A5200-74F0-9445-8847-A53AA9C11C7B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83431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0BDD93-02DA-4B21-9556-FA8B9894F9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8861" y="478880"/>
            <a:ext cx="5582675" cy="5900239"/>
          </a:xfrm>
          <a:custGeom>
            <a:avLst/>
            <a:gdLst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0 w 5582675"/>
              <a:gd name="connsiteY4" fmla="*/ 0 h 5900239"/>
              <a:gd name="connsiteX0" fmla="*/ 3501 w 5586176"/>
              <a:gd name="connsiteY0" fmla="*/ 0 h 5900239"/>
              <a:gd name="connsiteX1" fmla="*/ 5586176 w 5586176"/>
              <a:gd name="connsiteY1" fmla="*/ 0 h 5900239"/>
              <a:gd name="connsiteX2" fmla="*/ 5586176 w 5586176"/>
              <a:gd name="connsiteY2" fmla="*/ 5900239 h 5900239"/>
              <a:gd name="connsiteX3" fmla="*/ 3501 w 5586176"/>
              <a:gd name="connsiteY3" fmla="*/ 5900239 h 5900239"/>
              <a:gd name="connsiteX4" fmla="*/ 0 w 5586176"/>
              <a:gd name="connsiteY4" fmla="*/ 3615600 h 5900239"/>
              <a:gd name="connsiteX5" fmla="*/ 3501 w 5586176"/>
              <a:gd name="connsiteY5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0 w 5582675"/>
              <a:gd name="connsiteY5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11739 w 5582675"/>
              <a:gd name="connsiteY5" fmla="*/ 237400 h 5900239"/>
              <a:gd name="connsiteX6" fmla="*/ 0 w 5582675"/>
              <a:gd name="connsiteY6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11739 w 5582675"/>
              <a:gd name="connsiteY5" fmla="*/ 237400 h 5900239"/>
              <a:gd name="connsiteX6" fmla="*/ 0 w 5582675"/>
              <a:gd name="connsiteY6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62539 w 5582675"/>
              <a:gd name="connsiteY5" fmla="*/ 237400 h 5900239"/>
              <a:gd name="connsiteX6" fmla="*/ 0 w 5582675"/>
              <a:gd name="connsiteY6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62539 w 5582675"/>
              <a:gd name="connsiteY5" fmla="*/ 237400 h 5900239"/>
              <a:gd name="connsiteX6" fmla="*/ 0 w 5582675"/>
              <a:gd name="connsiteY6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62539 w 5582675"/>
              <a:gd name="connsiteY5" fmla="*/ 237400 h 5900239"/>
              <a:gd name="connsiteX6" fmla="*/ 0 w 5582675"/>
              <a:gd name="connsiteY6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47299 w 5582675"/>
              <a:gd name="connsiteY5" fmla="*/ 247560 h 5900239"/>
              <a:gd name="connsiteX6" fmla="*/ 0 w 5582675"/>
              <a:gd name="connsiteY6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11739 w 5582675"/>
              <a:gd name="connsiteY4" fmla="*/ 5647600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52379 w 5582675"/>
              <a:gd name="connsiteY4" fmla="*/ 5647600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42854 w 5582675"/>
              <a:gd name="connsiteY4" fmla="*/ 5653315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42854 w 5582675"/>
              <a:gd name="connsiteY4" fmla="*/ 5653315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42854 w 5582675"/>
              <a:gd name="connsiteY4" fmla="*/ 5653315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42854 w 5582675"/>
              <a:gd name="connsiteY4" fmla="*/ 5653315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42854 w 5582675"/>
              <a:gd name="connsiteY4" fmla="*/ 5653315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42854 w 5582675"/>
              <a:gd name="connsiteY4" fmla="*/ 5653315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82675" h="5900239">
                <a:moveTo>
                  <a:pt x="0" y="0"/>
                </a:moveTo>
                <a:lnTo>
                  <a:pt x="5582675" y="0"/>
                </a:lnTo>
                <a:lnTo>
                  <a:pt x="5582675" y="5900239"/>
                </a:lnTo>
                <a:lnTo>
                  <a:pt x="0" y="5900239"/>
                </a:lnTo>
                <a:cubicBezTo>
                  <a:pt x="14285" y="5817931"/>
                  <a:pt x="34284" y="5741338"/>
                  <a:pt x="42854" y="5653315"/>
                </a:cubicBezTo>
                <a:cubicBezTo>
                  <a:pt x="145724" y="4908883"/>
                  <a:pt x="181919" y="4332092"/>
                  <a:pt x="220019" y="3442880"/>
                </a:cubicBezTo>
                <a:cubicBezTo>
                  <a:pt x="221712" y="2333747"/>
                  <a:pt x="182766" y="1285573"/>
                  <a:pt x="47299" y="247560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2300" b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A5200-74F0-9445-8847-A53AA9C11C7B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97730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17C1C-DA5E-F743-826B-CB70C940D4E6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7171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0E4C-E478-1D40-94DF-17D7429B053A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5993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9061-1D22-724D-9508-7BAEAF287353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264808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9061-1D22-724D-9508-7BAEAF287353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5C1B7F-CD73-441E-89FC-46AA9E8B51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64150" y="2406650"/>
            <a:ext cx="8663700" cy="34776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29742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5E0F-8980-D24A-B2F9-0C7A13C6A6DE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1922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8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6ACA6CA-E140-824D-8E8B-5CC5036BDBAE}" type="datetime1">
              <a:rPr lang="en-US" noProof="0" smtClean="0"/>
              <a:pPr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63915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59" r:id="rId4"/>
    <p:sldLayoutId id="2147483860" r:id="rId5"/>
    <p:sldLayoutId id="2147483861" r:id="rId6"/>
    <p:sldLayoutId id="2147483862" r:id="rId7"/>
    <p:sldLayoutId id="2147483864" r:id="rId8"/>
    <p:sldLayoutId id="2147483863" r:id="rId9"/>
    <p:sldLayoutId id="2147483858" r:id="rId10"/>
    <p:sldLayoutId id="2147483865" r:id="rId11"/>
    <p:sldLayoutId id="2147483844" r:id="rId12"/>
    <p:sldLayoutId id="2147483845" r:id="rId13"/>
    <p:sldLayoutId id="2147483846" r:id="rId14"/>
    <p:sldLayoutId id="2147483866" r:id="rId15"/>
    <p:sldLayoutId id="2147483847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9B41E-FC51-4047-9C2D-7FA6782DA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90" y="880533"/>
            <a:ext cx="8825658" cy="2677648"/>
          </a:xfrm>
        </p:spPr>
        <p:txBody>
          <a:bodyPr/>
          <a:lstStyle/>
          <a:p>
            <a:r>
              <a:rPr lang="ru-RU" sz="2800" dirty="0">
                <a:solidFill>
                  <a:schemeClr val="bg1"/>
                </a:solidFill>
              </a:rPr>
              <a:t>Интерна статистика коју DBMS одржава и њен утицај на планирање и извршавање упита у PostgreSQL-у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E989F-747B-4007-9C7A-A35E8B662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90" y="4489055"/>
            <a:ext cx="10468635" cy="861420"/>
          </a:xfrm>
        </p:spPr>
        <p:txBody>
          <a:bodyPr>
            <a:normAutofit fontScale="85000" lnSpcReduction="10000"/>
          </a:bodyPr>
          <a:lstStyle/>
          <a:p>
            <a:r>
              <a:rPr lang="sr-Cyrl-RS" dirty="0" smtClean="0">
                <a:solidFill>
                  <a:schemeClr val="bg1"/>
                </a:solidFill>
              </a:rPr>
              <a:t>                          Ментор:													</a:t>
            </a:r>
            <a:r>
              <a:rPr lang="sr-Cyrl-RS" dirty="0"/>
              <a:t> </a:t>
            </a:r>
            <a:r>
              <a:rPr lang="sr-Cyrl-RS" dirty="0" smtClean="0"/>
              <a:t>   </a:t>
            </a:r>
            <a:r>
              <a:rPr lang="sr-Cyrl-RS" dirty="0" smtClean="0">
                <a:solidFill>
                  <a:schemeClr val="bg1"/>
                </a:solidFill>
              </a:rPr>
              <a:t>Студент:														</a:t>
            </a:r>
          </a:p>
          <a:p>
            <a:r>
              <a:rPr lang="sr-Cyrl-RS" dirty="0" smtClean="0"/>
              <a:t>Проф. др Александар Станимировић							Ненад Павловић бр. Инд. 1796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00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Садржај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 smtClean="0"/>
              <a:t>Увод</a:t>
            </a:r>
          </a:p>
          <a:p>
            <a:r>
              <a:rPr lang="sr-Cyrl-RS" dirty="0" smtClean="0"/>
              <a:t>Оптимизација упита у </a:t>
            </a:r>
            <a:r>
              <a:rPr lang="en-US" dirty="0" smtClean="0"/>
              <a:t>DBMS-</a:t>
            </a:r>
            <a:r>
              <a:rPr lang="sr-Cyrl-RS" dirty="0" smtClean="0"/>
              <a:t>у</a:t>
            </a:r>
          </a:p>
          <a:p>
            <a:r>
              <a:rPr lang="sr-Cyrl-RS" dirty="0" smtClean="0"/>
              <a:t>Улога и врсте статистике</a:t>
            </a:r>
          </a:p>
          <a:p>
            <a:r>
              <a:rPr lang="sr-Cyrl-RS" dirty="0" smtClean="0"/>
              <a:t>Интерна статистика </a:t>
            </a:r>
            <a:r>
              <a:rPr lang="en-US" dirty="0" smtClean="0"/>
              <a:t>PostgreSQL-</a:t>
            </a:r>
            <a:r>
              <a:rPr lang="sr-Cyrl-RS" dirty="0" smtClean="0"/>
              <a:t>а</a:t>
            </a:r>
            <a:endParaRPr lang="en-US" dirty="0" smtClean="0"/>
          </a:p>
          <a:p>
            <a:r>
              <a:rPr lang="sr-Cyrl-RS" dirty="0" smtClean="0"/>
              <a:t>Прикупљање статистике </a:t>
            </a:r>
            <a:r>
              <a:rPr lang="en-US" dirty="0" smtClean="0"/>
              <a:t>(ANALYZE)</a:t>
            </a:r>
          </a:p>
          <a:p>
            <a:r>
              <a:rPr lang="sr-Cyrl-RS" dirty="0" smtClean="0"/>
              <a:t>Практични експерименти</a:t>
            </a:r>
          </a:p>
          <a:p>
            <a:r>
              <a:rPr lang="sr-Cyrl-RS" dirty="0" smtClean="0"/>
              <a:t>Закључак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8536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Увод </a:t>
            </a:r>
            <a:r>
              <a:rPr lang="en-US" dirty="0" smtClean="0"/>
              <a:t>–</a:t>
            </a:r>
            <a:r>
              <a:rPr lang="sr-Cyrl-RS" dirty="0" smtClean="0"/>
              <a:t> зашто је статистика важна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 smtClean="0"/>
              <a:t>Проблем у </a:t>
            </a:r>
            <a:r>
              <a:rPr lang="en-US" dirty="0" smtClean="0"/>
              <a:t>DMBS</a:t>
            </a:r>
            <a:r>
              <a:rPr lang="sr-Cyrl-RS" dirty="0" smtClean="0"/>
              <a:t> системима</a:t>
            </a:r>
            <a:r>
              <a:rPr lang="en-US" dirty="0" smtClean="0"/>
              <a:t>: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SQL</a:t>
            </a:r>
            <a:r>
              <a:rPr lang="sr-Cyrl-RS" dirty="0" smtClean="0"/>
              <a:t> је декларативан </a:t>
            </a:r>
            <a:r>
              <a:rPr lang="en-US" dirty="0" smtClean="0"/>
              <a:t>– k</a:t>
            </a:r>
            <a:r>
              <a:rPr lang="sr-Cyrl-RS" dirty="0" smtClean="0"/>
              <a:t>орисник каже шта а не како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DBMS</a:t>
            </a:r>
            <a:r>
              <a:rPr lang="sr-Cyrl-RS" dirty="0" smtClean="0"/>
              <a:t> бира начин извршавања (физички план)</a:t>
            </a:r>
          </a:p>
          <a:p>
            <a:pPr>
              <a:buFont typeface="+mj-lt"/>
              <a:buAutoNum type="arabicPeriod"/>
            </a:pPr>
            <a:r>
              <a:rPr lang="sr-Cyrl-RS" dirty="0" smtClean="0"/>
              <a:t>Лош план </a:t>
            </a:r>
            <a:r>
              <a:rPr lang="en-US" dirty="0" smtClean="0"/>
              <a:t>-&gt;</a:t>
            </a:r>
            <a:r>
              <a:rPr lang="sr-Cyrl-RS" dirty="0" smtClean="0"/>
              <a:t> вишеструко спорије извршавање</a:t>
            </a:r>
          </a:p>
          <a:p>
            <a:r>
              <a:rPr lang="sr-Cyrl-RS" dirty="0" smtClean="0"/>
              <a:t>Решење:</a:t>
            </a:r>
          </a:p>
          <a:p>
            <a:pPr>
              <a:buFont typeface="+mj-lt"/>
              <a:buAutoNum type="arabicPeriod"/>
            </a:pPr>
            <a:r>
              <a:rPr lang="sr-Cyrl-RS" dirty="0" smtClean="0"/>
              <a:t>Статистика </a:t>
            </a:r>
            <a:r>
              <a:rPr lang="en-US" dirty="0" smtClean="0"/>
              <a:t>– </a:t>
            </a:r>
            <a:r>
              <a:rPr lang="sr-Cyrl-RS" dirty="0" smtClean="0"/>
              <a:t>метаподаци о расподели вредности</a:t>
            </a:r>
          </a:p>
          <a:p>
            <a:pPr>
              <a:buFont typeface="+mj-lt"/>
              <a:buAutoNum type="arabicPeriod"/>
            </a:pPr>
            <a:r>
              <a:rPr lang="sr-Cyrl-RS" dirty="0" smtClean="0"/>
              <a:t>Основа за </a:t>
            </a:r>
            <a:r>
              <a:rPr lang="en-US" dirty="0" smtClean="0"/>
              <a:t>cost-based </a:t>
            </a:r>
            <a:r>
              <a:rPr lang="sr-Cyrl-RS" dirty="0" smtClean="0"/>
              <a:t>оптимизацију</a:t>
            </a:r>
          </a:p>
          <a:p>
            <a:pPr>
              <a:buFont typeface="+mj-lt"/>
              <a:buAutoNum type="arabicPeriod"/>
            </a:pPr>
            <a:r>
              <a:rPr lang="sr-Cyrl-RS" dirty="0" smtClean="0"/>
              <a:t>Директно утиче на брзину сваког упита </a:t>
            </a:r>
            <a:endParaRPr lang="sr-Cyrl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3</a:t>
            </a:fld>
            <a:endParaRPr lang="en-US" noProof="0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8215335" y="3174175"/>
            <a:ext cx="2975404" cy="1661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659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Оптимизација упита у </a:t>
            </a:r>
            <a:r>
              <a:rPr lang="en-US" dirty="0" smtClean="0"/>
              <a:t>DBMS-</a:t>
            </a:r>
            <a:r>
              <a:rPr lang="sr-Cyrl-RS" dirty="0" smtClean="0"/>
              <a:t>у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2385010"/>
              </p:ext>
            </p:extLst>
          </p:nvPr>
        </p:nvGraphicFramePr>
        <p:xfrm>
          <a:off x="1385181" y="2677298"/>
          <a:ext cx="9653521" cy="10359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4</a:t>
            </a:fld>
            <a:endParaRPr lang="en-US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1154953" y="4061253"/>
            <a:ext cx="100357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Cost-based</a:t>
            </a:r>
            <a:r>
              <a:rPr lang="sr-Cyrl-RS" dirty="0" smtClean="0"/>
              <a:t> оптимизација: бира план са најмањом процењеном ценом </a:t>
            </a:r>
            <a:r>
              <a:rPr lang="en-US" dirty="0" smtClean="0"/>
              <a:t>– </a:t>
            </a:r>
            <a:r>
              <a:rPr lang="sr-Cyrl-RS" dirty="0" smtClean="0"/>
              <a:t>а цена зависи од статистике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Cyrl-RS" dirty="0" smtClean="0"/>
              <a:t>Врши се одабир:</a:t>
            </a:r>
          </a:p>
          <a:p>
            <a:pPr marL="800100" lvl="1" indent="-342900">
              <a:buFont typeface="+mj-lt"/>
              <a:buAutoNum type="arabicPeriod"/>
            </a:pPr>
            <a:r>
              <a:rPr lang="sr-Cyrl-RS" dirty="0" smtClean="0"/>
              <a:t>Начин приступа: </a:t>
            </a:r>
            <a:r>
              <a:rPr lang="en-US" dirty="0" smtClean="0"/>
              <a:t>Index Scan vs </a:t>
            </a:r>
            <a:r>
              <a:rPr lang="en-US" dirty="0" err="1" smtClean="0"/>
              <a:t>Seq</a:t>
            </a:r>
            <a:r>
              <a:rPr lang="en-US" dirty="0" smtClean="0"/>
              <a:t> Scan</a:t>
            </a:r>
          </a:p>
          <a:p>
            <a:pPr marL="800100" lvl="1" indent="-342900">
              <a:buFont typeface="+mj-lt"/>
              <a:buAutoNum type="arabicPeriod"/>
            </a:pPr>
            <a:r>
              <a:rPr lang="sr-Cyrl-RS" dirty="0" smtClean="0"/>
              <a:t>Алгоритам спајања: </a:t>
            </a:r>
            <a:r>
              <a:rPr lang="en-US" dirty="0" smtClean="0"/>
              <a:t>Hash/Merge/Nested loop</a:t>
            </a:r>
          </a:p>
          <a:p>
            <a:pPr marL="800100" lvl="1" indent="-342900">
              <a:buFont typeface="+mj-lt"/>
              <a:buAutoNum type="arabicPeriod"/>
            </a:pPr>
            <a:r>
              <a:rPr lang="sr-Cyrl-RS" dirty="0" smtClean="0"/>
              <a:t>Редослед спајања: Утиче на укупу цену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538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Врсте статистичких метрика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 smtClean="0"/>
              <a:t>Број редова: Основна величина скупа</a:t>
            </a:r>
          </a:p>
          <a:p>
            <a:r>
              <a:rPr lang="sr-Cyrl-RS" dirty="0" smtClean="0"/>
              <a:t>Кардиналност: Број различитих вредности у колони</a:t>
            </a:r>
          </a:p>
          <a:p>
            <a:r>
              <a:rPr lang="sr-Cyrl-RS" dirty="0" smtClean="0"/>
              <a:t>Учесталост (</a:t>
            </a:r>
            <a:r>
              <a:rPr lang="en-US" dirty="0" smtClean="0"/>
              <a:t>MCV)</a:t>
            </a:r>
            <a:r>
              <a:rPr lang="sr-Cyrl-RS" dirty="0" smtClean="0"/>
              <a:t>: Колико пута се вредност понавља</a:t>
            </a:r>
          </a:p>
          <a:p>
            <a:r>
              <a:rPr lang="sr-Cyrl-RS" dirty="0" smtClean="0"/>
              <a:t>Хистограм: расподела вредности по интервалима</a:t>
            </a:r>
          </a:p>
          <a:p>
            <a:r>
              <a:rPr lang="en-US" dirty="0" smtClean="0"/>
              <a:t>NULL %</a:t>
            </a:r>
            <a:r>
              <a:rPr lang="sr-Cyrl-RS" dirty="0" smtClean="0"/>
              <a:t>: Удео </a:t>
            </a:r>
            <a:r>
              <a:rPr lang="en-US" dirty="0" smtClean="0"/>
              <a:t>NULL</a:t>
            </a:r>
            <a:r>
              <a:rPr lang="sr-Cyrl-RS" dirty="0" smtClean="0"/>
              <a:t> вредности</a:t>
            </a:r>
          </a:p>
          <a:p>
            <a:r>
              <a:rPr lang="sr-Cyrl-RS" dirty="0" smtClean="0"/>
              <a:t>Корелација: Физички редослед </a:t>
            </a:r>
            <a:r>
              <a:rPr lang="en-US" dirty="0" smtClean="0"/>
              <a:t>vs.</a:t>
            </a:r>
            <a:r>
              <a:rPr lang="sr-Cyrl-RS" dirty="0" smtClean="0"/>
              <a:t> вредности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24781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Интерна статистика </a:t>
            </a:r>
            <a:r>
              <a:rPr lang="en-US" dirty="0" smtClean="0"/>
              <a:t>PostgreSQL-a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5389" y="2578786"/>
            <a:ext cx="3161674" cy="34163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marL="0" indent="0" algn="ctr">
              <a:buNone/>
            </a:pP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pg_class</a:t>
            </a:r>
            <a:endParaRPr lang="en-US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6</a:t>
            </a:fld>
            <a:endParaRPr lang="en-US" noProof="0" dirty="0"/>
          </a:p>
        </p:txBody>
      </p:sp>
      <p:sp>
        <p:nvSpPr>
          <p:cNvPr id="5" name="Rectangle 4"/>
          <p:cNvSpPr/>
          <p:nvPr/>
        </p:nvSpPr>
        <p:spPr>
          <a:xfrm>
            <a:off x="1815220" y="3285524"/>
            <a:ext cx="2702012" cy="78259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 smtClean="0">
                <a:solidFill>
                  <a:schemeClr val="accent1"/>
                </a:solidFill>
              </a:rPr>
              <a:t>reltuples</a:t>
            </a:r>
            <a:endParaRPr lang="sr-Cyrl-RS" dirty="0" smtClean="0">
              <a:solidFill>
                <a:schemeClr val="accent1"/>
              </a:solidFill>
            </a:endParaRPr>
          </a:p>
          <a:p>
            <a:endParaRPr lang="en-US" dirty="0" smtClean="0">
              <a:solidFill>
                <a:schemeClr val="accent3"/>
              </a:solidFill>
            </a:endParaRPr>
          </a:p>
          <a:p>
            <a:r>
              <a:rPr lang="sr-Cyrl-RS" sz="1400" dirty="0" smtClean="0"/>
              <a:t>Процена броја редова</a:t>
            </a:r>
            <a:endParaRPr lang="en-US" sz="14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1815220" y="4552435"/>
            <a:ext cx="2702012" cy="80730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 smtClean="0">
                <a:solidFill>
                  <a:schemeClr val="accent2"/>
                </a:solidFill>
              </a:rPr>
              <a:t>relpages</a:t>
            </a:r>
            <a:endParaRPr lang="sr-Cyrl-RS" dirty="0" smtClean="0">
              <a:solidFill>
                <a:schemeClr val="accent2"/>
              </a:solidFill>
            </a:endParaRPr>
          </a:p>
          <a:p>
            <a:endParaRPr lang="en-US" dirty="0" smtClean="0">
              <a:solidFill>
                <a:schemeClr val="accent3"/>
              </a:solidFill>
            </a:endParaRPr>
          </a:p>
          <a:p>
            <a:r>
              <a:rPr lang="sr-Cyrl-RS" sz="1600" dirty="0" smtClean="0"/>
              <a:t>Број страница на диску</a:t>
            </a:r>
            <a:endParaRPr lang="en-US" sz="1600" dirty="0" smtClean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192392" y="2578786"/>
            <a:ext cx="3161674" cy="34163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pg_stats</a:t>
            </a:r>
            <a:endParaRPr lang="en-US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 algn="ctr">
              <a:buFont typeface="Wingdings 3" charset="2"/>
              <a:buNone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463413" y="3048000"/>
            <a:ext cx="2614685" cy="44484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 smtClean="0">
                <a:solidFill>
                  <a:schemeClr val="accent1"/>
                </a:solidFill>
              </a:rPr>
              <a:t>n_distinct</a:t>
            </a:r>
            <a:endParaRPr lang="en-US" sz="1400" dirty="0" smtClean="0">
              <a:solidFill>
                <a:schemeClr val="accent3"/>
              </a:solidFill>
            </a:endParaRPr>
          </a:p>
          <a:p>
            <a:r>
              <a:rPr lang="sr-Cyrl-RS" sz="1100" dirty="0" smtClean="0"/>
              <a:t>Број различитих вредности</a:t>
            </a:r>
            <a:endParaRPr lang="en-US" sz="11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6463412" y="3571103"/>
            <a:ext cx="2614685" cy="44484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 smtClean="0">
                <a:solidFill>
                  <a:schemeClr val="accent1"/>
                </a:solidFill>
              </a:rPr>
              <a:t>null_frac</a:t>
            </a:r>
            <a:endParaRPr lang="en-US" sz="1400" dirty="0" smtClean="0">
              <a:solidFill>
                <a:schemeClr val="accent3"/>
              </a:solidFill>
            </a:endParaRPr>
          </a:p>
          <a:p>
            <a:r>
              <a:rPr lang="en-US" sz="1100" dirty="0" smtClean="0"/>
              <a:t>% NULL </a:t>
            </a:r>
            <a:r>
              <a:rPr lang="sr-Cyrl-RS" sz="1100" dirty="0" smtClean="0"/>
              <a:t>вредности</a:t>
            </a:r>
            <a:endParaRPr lang="en-US" sz="1100" dirty="0" smtClean="0"/>
          </a:p>
        </p:txBody>
      </p:sp>
      <p:sp>
        <p:nvSpPr>
          <p:cNvPr id="10" name="Rectangle 9"/>
          <p:cNvSpPr/>
          <p:nvPr/>
        </p:nvSpPr>
        <p:spPr>
          <a:xfrm>
            <a:off x="6463412" y="4127158"/>
            <a:ext cx="2614685" cy="44484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 smtClean="0">
                <a:solidFill>
                  <a:schemeClr val="accent1"/>
                </a:solidFill>
              </a:rPr>
              <a:t>most_common_vals</a:t>
            </a:r>
            <a:endParaRPr lang="en-US" sz="1400" dirty="0" smtClean="0">
              <a:solidFill>
                <a:schemeClr val="accent3"/>
              </a:solidFill>
            </a:endParaRPr>
          </a:p>
          <a:p>
            <a:r>
              <a:rPr lang="en-US" sz="1100" dirty="0" smtClean="0"/>
              <a:t>MCV</a:t>
            </a:r>
            <a:r>
              <a:rPr lang="sr-Cyrl-RS" sz="1100" dirty="0" smtClean="0"/>
              <a:t> листа</a:t>
            </a:r>
            <a:endParaRPr lang="en-US" sz="1100" dirty="0" smtClean="0"/>
          </a:p>
        </p:txBody>
      </p:sp>
      <p:sp>
        <p:nvSpPr>
          <p:cNvPr id="11" name="Rectangle 10"/>
          <p:cNvSpPr/>
          <p:nvPr/>
        </p:nvSpPr>
        <p:spPr>
          <a:xfrm>
            <a:off x="6463411" y="4683213"/>
            <a:ext cx="2614685" cy="44484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>
                <a:solidFill>
                  <a:schemeClr val="accent1"/>
                </a:solidFill>
              </a:rPr>
              <a:t>h</a:t>
            </a:r>
            <a:r>
              <a:rPr lang="en-US" sz="1200" dirty="0" err="1" smtClean="0">
                <a:solidFill>
                  <a:schemeClr val="accent1"/>
                </a:solidFill>
              </a:rPr>
              <a:t>istogram_bounds</a:t>
            </a:r>
            <a:endParaRPr lang="en-US" sz="1400" dirty="0" smtClean="0">
              <a:solidFill>
                <a:schemeClr val="accent3"/>
              </a:solidFill>
            </a:endParaRPr>
          </a:p>
          <a:p>
            <a:r>
              <a:rPr lang="sr-Cyrl-RS" sz="1100" dirty="0" smtClean="0"/>
              <a:t>Хистограм</a:t>
            </a:r>
            <a:endParaRPr lang="en-US" sz="1100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6463410" y="5206316"/>
            <a:ext cx="2614685" cy="44484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accent1"/>
                </a:solidFill>
              </a:rPr>
              <a:t>correlation</a:t>
            </a:r>
            <a:endParaRPr lang="en-US" sz="1400" dirty="0" smtClean="0">
              <a:solidFill>
                <a:schemeClr val="accent3"/>
              </a:solidFill>
            </a:endParaRPr>
          </a:p>
          <a:p>
            <a:r>
              <a:rPr lang="sr-Cyrl-RS" sz="1100" dirty="0" smtClean="0"/>
              <a:t>Физичка корелација</a:t>
            </a:r>
            <a:endParaRPr lang="en-US" sz="1100" dirty="0" smtClean="0"/>
          </a:p>
        </p:txBody>
      </p:sp>
    </p:spTree>
    <p:extLst>
      <p:ext uri="{BB962C8B-B14F-4D97-AF65-F5344CB8AC3E}">
        <p14:creationId xmlns:p14="http://schemas.microsoft.com/office/powerpoint/2010/main" val="2407521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Прикупљање статистике </a:t>
            </a:r>
            <a:r>
              <a:rPr lang="en-US" dirty="0" smtClean="0"/>
              <a:t>- ANALYZE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7</a:t>
            </a:fld>
            <a:endParaRPr lang="en-US" noProof="0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7885183"/>
              </p:ext>
            </p:extLst>
          </p:nvPr>
        </p:nvGraphicFramePr>
        <p:xfrm>
          <a:off x="1155700" y="2603500"/>
          <a:ext cx="10517316" cy="27510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705924" y="5684108"/>
            <a:ext cx="5416868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sr-Latn-RS" b="1" dirty="0" err="1"/>
              <a:t>a</a:t>
            </a:r>
            <a:r>
              <a:rPr lang="en-US" b="1" dirty="0" err="1" smtClean="0"/>
              <a:t>utovacuum</a:t>
            </a:r>
            <a:r>
              <a:rPr lang="en-US" dirty="0" smtClean="0"/>
              <a:t> </a:t>
            </a:r>
            <a:r>
              <a:rPr lang="sr-Latn-RS" dirty="0" smtClean="0"/>
              <a:t>a</a:t>
            </a:r>
            <a:r>
              <a:rPr lang="sr-Cyrl-RS" dirty="0" smtClean="0"/>
              <a:t>утоматски покреће </a:t>
            </a:r>
            <a:r>
              <a:rPr lang="en-US" dirty="0" smtClean="0"/>
              <a:t>ANALYZE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27578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sz="2800" dirty="0" smtClean="0"/>
              <a:t>Експеримент 1 </a:t>
            </a:r>
            <a:r>
              <a:rPr lang="en-US" sz="2800" dirty="0" smtClean="0"/>
              <a:t>–</a:t>
            </a:r>
            <a:r>
              <a:rPr lang="sr-Cyrl-RS" sz="2800" dirty="0" smtClean="0"/>
              <a:t> утицај ажурирања статистике на одлуке отпимизатора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 smtClean="0"/>
              <a:t>Експеримент је вршен на две различите табеле са униформном и неуниформном расподелом података</a:t>
            </a:r>
          </a:p>
          <a:p>
            <a:r>
              <a:rPr lang="sr-Cyrl-RS" dirty="0" smtClean="0"/>
              <a:t>Обе табеле садрже по 2 000 000 редова, имају индекс на колони </a:t>
            </a:r>
            <a:r>
              <a:rPr lang="en-US" dirty="0" smtClean="0"/>
              <a:t>country</a:t>
            </a:r>
            <a:endParaRPr lang="sr-Cyrl-RS" dirty="0" smtClean="0"/>
          </a:p>
          <a:p>
            <a:r>
              <a:rPr lang="sr-Cyrl-RS" dirty="0" smtClean="0"/>
              <a:t>Упит који се извршава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8</a:t>
            </a:fld>
            <a:endParaRPr lang="en-US" noProof="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198" y="3839004"/>
            <a:ext cx="4913549" cy="94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162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Експеримент 1 – утицај ажурирања статистике на одлуке </a:t>
            </a:r>
            <a:r>
              <a:rPr lang="ru-RU" sz="2800" dirty="0" smtClean="0"/>
              <a:t>отпимизатора</a:t>
            </a:r>
            <a:r>
              <a:rPr lang="en-US" sz="2800" dirty="0" smtClean="0"/>
              <a:t> - </a:t>
            </a:r>
            <a:r>
              <a:rPr lang="sr-Cyrl-RS" sz="2800" dirty="0" smtClean="0"/>
              <a:t>резултати</a:t>
            </a:r>
            <a:r>
              <a:rPr lang="en-US" sz="2800" dirty="0" smtClean="0"/>
              <a:t>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919921" cy="3492500"/>
          </a:xfrm>
        </p:spPr>
        <p:txBody>
          <a:bodyPr>
            <a:normAutofit lnSpcReduction="10000"/>
          </a:bodyPr>
          <a:lstStyle/>
          <a:p>
            <a:r>
              <a:rPr lang="sr-Cyrl-RS" dirty="0" smtClean="0"/>
              <a:t>Униформна расподела (стварни број редова 333414):</a:t>
            </a:r>
          </a:p>
          <a:p>
            <a:pPr>
              <a:buFont typeface="+mj-lt"/>
              <a:buAutoNum type="arabicPeriod"/>
            </a:pPr>
            <a:r>
              <a:rPr lang="sr-Cyrl-RS" dirty="0" smtClean="0"/>
              <a:t>Пре </a:t>
            </a:r>
            <a:r>
              <a:rPr lang="en-US" dirty="0" smtClean="0"/>
              <a:t>ANALYZE: </a:t>
            </a:r>
            <a:r>
              <a:rPr lang="sr-Cyrl-RS" dirty="0" smtClean="0"/>
              <a:t>Процена: 415 361, </a:t>
            </a:r>
            <a:r>
              <a:rPr lang="en-US" dirty="0" smtClean="0"/>
              <a:t>Parallel Index Only Scan</a:t>
            </a:r>
          </a:p>
          <a:p>
            <a:pPr>
              <a:buFont typeface="+mj-lt"/>
              <a:buAutoNum type="arabicPeriod"/>
            </a:pPr>
            <a:r>
              <a:rPr lang="sr-Cyrl-RS" dirty="0" smtClean="0"/>
              <a:t>После </a:t>
            </a:r>
            <a:r>
              <a:rPr lang="en-US" dirty="0" smtClean="0"/>
              <a:t>ANALYZE: </a:t>
            </a:r>
            <a:r>
              <a:rPr lang="sr-Cyrl-RS" dirty="0" smtClean="0"/>
              <a:t>Процена: 417 555, </a:t>
            </a:r>
            <a:r>
              <a:rPr lang="en-US" dirty="0"/>
              <a:t>Parallel Index Only </a:t>
            </a:r>
            <a:r>
              <a:rPr lang="en-US" dirty="0" smtClean="0"/>
              <a:t>Scan</a:t>
            </a:r>
            <a:endParaRPr lang="sr-Cyrl-RS" dirty="0" smtClean="0"/>
          </a:p>
          <a:p>
            <a:r>
              <a:rPr lang="sr-Cyrl-RS" dirty="0" smtClean="0"/>
              <a:t>Неуниформна расподела (</a:t>
            </a:r>
            <a:r>
              <a:rPr lang="sr-Cyrl-RS" dirty="0"/>
              <a:t>вредност 'Germany' јавља у приближно 1% </a:t>
            </a:r>
            <a:r>
              <a:rPr lang="sr-Cyrl-RS" dirty="0" smtClean="0"/>
              <a:t>редова, стварни број редова 19975):</a:t>
            </a:r>
          </a:p>
          <a:p>
            <a:pPr>
              <a:buFont typeface="+mj-lt"/>
              <a:buAutoNum type="arabicPeriod"/>
            </a:pPr>
            <a:r>
              <a:rPr lang="sr-Cyrl-RS" dirty="0" smtClean="0"/>
              <a:t> </a:t>
            </a:r>
            <a:r>
              <a:rPr lang="sr-Cyrl-RS" dirty="0"/>
              <a:t>Пре </a:t>
            </a:r>
            <a:r>
              <a:rPr lang="en-US" dirty="0"/>
              <a:t>ANALYZE: </a:t>
            </a:r>
            <a:r>
              <a:rPr lang="sr-Cyrl-RS" dirty="0"/>
              <a:t>Процена: </a:t>
            </a:r>
            <a:r>
              <a:rPr lang="sr-Cyrl-RS" dirty="0" smtClean="0"/>
              <a:t>19200, </a:t>
            </a:r>
            <a:r>
              <a:rPr lang="en-US" dirty="0" smtClean="0"/>
              <a:t>Index </a:t>
            </a:r>
            <a:r>
              <a:rPr lang="en-US" dirty="0"/>
              <a:t>Only Scan</a:t>
            </a:r>
          </a:p>
          <a:p>
            <a:pPr>
              <a:buFont typeface="+mj-lt"/>
              <a:buAutoNum type="arabicPeriod"/>
            </a:pPr>
            <a:r>
              <a:rPr lang="sr-Cyrl-RS" dirty="0"/>
              <a:t>После </a:t>
            </a:r>
            <a:r>
              <a:rPr lang="en-US" dirty="0"/>
              <a:t>ANALYZE: </a:t>
            </a:r>
            <a:r>
              <a:rPr lang="sr-Cyrl-RS" dirty="0"/>
              <a:t>Процена: </a:t>
            </a:r>
            <a:r>
              <a:rPr lang="sr-Cyrl-RS" dirty="0" smtClean="0"/>
              <a:t>19 933, </a:t>
            </a:r>
            <a:r>
              <a:rPr lang="en-US" dirty="0" smtClean="0"/>
              <a:t>Index </a:t>
            </a:r>
            <a:r>
              <a:rPr lang="en-US" dirty="0"/>
              <a:t>Only Scan</a:t>
            </a:r>
            <a:endParaRPr lang="sr-Cyrl-RS" dirty="0"/>
          </a:p>
          <a:p>
            <a:pPr marL="0" indent="0">
              <a:buNone/>
            </a:pPr>
            <a:r>
              <a:rPr lang="sr-Cyrl-RS" b="1" dirty="0" smtClean="0"/>
              <a:t>Закључак: Кад су подаци равномерни планер и без ажурирања статистике добро погађа, док код неравномерне расподеле </a:t>
            </a:r>
            <a:r>
              <a:rPr lang="en-US" b="1" dirty="0" smtClean="0"/>
              <a:t>ANALYZE </a:t>
            </a:r>
            <a:r>
              <a:rPr lang="sr-Cyrl-RS" b="1" dirty="0" smtClean="0"/>
              <a:t>је допринео драстичном поправљању процене</a:t>
            </a:r>
            <a:r>
              <a:rPr lang="en-US" b="1" dirty="0" smtClean="0"/>
              <a:t> </a:t>
            </a:r>
            <a:endParaRPr lang="sr-Cyrl-RS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9031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sz="2800" dirty="0" smtClean="0"/>
              <a:t>Експеримент 2</a:t>
            </a:r>
            <a:r>
              <a:rPr lang="en-US" sz="2800" dirty="0" smtClean="0"/>
              <a:t> – </a:t>
            </a:r>
            <a:r>
              <a:rPr lang="sr-Cyrl-RS" sz="2800" dirty="0" smtClean="0"/>
              <a:t>Утицај застареле статистике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10</a:t>
            </a:fld>
            <a:endParaRPr lang="en-US" noProof="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2553791"/>
              </p:ext>
            </p:extLst>
          </p:nvPr>
        </p:nvGraphicFramePr>
        <p:xfrm>
          <a:off x="1155700" y="2603500"/>
          <a:ext cx="9133359" cy="3599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1141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sz="2800" dirty="0" smtClean="0"/>
              <a:t>Експеримент 3 </a:t>
            </a:r>
            <a:r>
              <a:rPr lang="en-US" sz="2800" dirty="0" smtClean="0"/>
              <a:t>– </a:t>
            </a:r>
            <a:r>
              <a:rPr lang="sr-Cyrl-RS" sz="2800" dirty="0" smtClean="0"/>
              <a:t>Зависност колона и </a:t>
            </a:r>
            <a:r>
              <a:rPr lang="en-US" sz="2800" dirty="0" smtClean="0"/>
              <a:t>Extended Statistics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sr-Cyrl-RS" dirty="0" smtClean="0"/>
              <a:t>У трећем експерименту тестирана је предпостака независности колона на начин да је табела </a:t>
            </a:r>
            <a:r>
              <a:rPr lang="en-US" dirty="0" err="1" smtClean="0"/>
              <a:t>users_corr</a:t>
            </a:r>
            <a:r>
              <a:rPr lang="sr-Cyrl-RS" dirty="0" smtClean="0"/>
              <a:t> конструисана тако да су колоне </a:t>
            </a:r>
            <a:r>
              <a:rPr lang="en-US" dirty="0" smtClean="0"/>
              <a:t>country </a:t>
            </a:r>
            <a:r>
              <a:rPr lang="sr-Cyrl-RS" dirty="0" smtClean="0"/>
              <a:t>и</a:t>
            </a:r>
            <a:r>
              <a:rPr lang="en-US" dirty="0" smtClean="0"/>
              <a:t> city</a:t>
            </a:r>
            <a:r>
              <a:rPr lang="sr-Cyrl-RS" dirty="0" smtClean="0"/>
              <a:t> потпуно корелисане: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sr-Cyrl-R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11</a:t>
            </a:fld>
            <a:endParaRPr lang="en-US" noProof="0" dirty="0"/>
          </a:p>
        </p:txBody>
      </p:sp>
      <p:pic>
        <p:nvPicPr>
          <p:cNvPr id="5" name="drawi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3655" y="3624649"/>
            <a:ext cx="3377977" cy="259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373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sz="2800" dirty="0"/>
              <a:t>Експеримент 3 </a:t>
            </a:r>
            <a:r>
              <a:rPr lang="en-US" sz="2800" dirty="0"/>
              <a:t>– </a:t>
            </a:r>
            <a:r>
              <a:rPr lang="sr-Cyrl-RS" sz="2800" dirty="0"/>
              <a:t>Зависност колона и </a:t>
            </a:r>
            <a:r>
              <a:rPr lang="en-US" sz="2800" dirty="0"/>
              <a:t>Extended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 smtClean="0"/>
              <a:t>Упит који је коришћен у екперименту:</a:t>
            </a:r>
          </a:p>
          <a:p>
            <a:endParaRPr lang="sr-Cyrl-RS" dirty="0"/>
          </a:p>
          <a:p>
            <a:endParaRPr lang="sr-Cyrl-RS" dirty="0" smtClean="0"/>
          </a:p>
          <a:p>
            <a:endParaRPr lang="sr-Cyrl-RS" dirty="0"/>
          </a:p>
          <a:p>
            <a:endParaRPr lang="sr-Cyrl-RS" dirty="0" smtClean="0"/>
          </a:p>
          <a:p>
            <a:endParaRPr lang="sr-Cyrl-R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12</a:t>
            </a:fld>
            <a:endParaRPr lang="en-US" noProof="0" dirty="0"/>
          </a:p>
        </p:txBody>
      </p:sp>
      <p:pic>
        <p:nvPicPr>
          <p:cNvPr id="5" name="drawi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38412" y="3371704"/>
            <a:ext cx="3097247" cy="187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741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sz="2800" dirty="0"/>
              <a:t>Експеримент 3 </a:t>
            </a:r>
            <a:r>
              <a:rPr lang="en-US" sz="2800" dirty="0"/>
              <a:t>– </a:t>
            </a:r>
            <a:r>
              <a:rPr lang="sr-Cyrl-RS" sz="2800" dirty="0"/>
              <a:t>Зависност колона и </a:t>
            </a:r>
            <a:r>
              <a:rPr lang="en-US" sz="2800" dirty="0"/>
              <a:t>Extended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 smtClean="0"/>
              <a:t>Резлтат пре креирања </a:t>
            </a:r>
            <a:r>
              <a:rPr lang="en-US" dirty="0" smtClean="0"/>
              <a:t>Extended </a:t>
            </a:r>
            <a:r>
              <a:rPr lang="sr-Cyrl-RS" dirty="0" smtClean="0"/>
              <a:t>статистике</a:t>
            </a:r>
          </a:p>
          <a:p>
            <a:pPr>
              <a:buFont typeface="+mj-lt"/>
              <a:buAutoNum type="arabicPeriod"/>
            </a:pPr>
            <a:r>
              <a:rPr lang="sr-Cyrl-RS" dirty="0" smtClean="0"/>
              <a:t>Процена: 102 272 редова</a:t>
            </a:r>
          </a:p>
          <a:p>
            <a:pPr>
              <a:buFont typeface="+mj-lt"/>
              <a:buAutoNum type="arabicPeriod"/>
            </a:pPr>
            <a:r>
              <a:rPr lang="sr-Cyrl-RS" dirty="0" smtClean="0"/>
              <a:t>Стварно: 500 000 редова</a:t>
            </a:r>
          </a:p>
          <a:p>
            <a:r>
              <a:rPr lang="sr-Cyrl-RS" dirty="0" smtClean="0"/>
              <a:t>Резултат након креирања </a:t>
            </a:r>
            <a:r>
              <a:rPr lang="en-US" dirty="0" smtClean="0"/>
              <a:t>Extended</a:t>
            </a:r>
            <a:r>
              <a:rPr lang="sr-Cyrl-RS" dirty="0" smtClean="0"/>
              <a:t> статистике</a:t>
            </a:r>
            <a:endParaRPr lang="en-US" dirty="0" smtClean="0"/>
          </a:p>
          <a:p>
            <a:pPr>
              <a:buFont typeface="+mj-lt"/>
              <a:buAutoNum type="arabicPeriod"/>
            </a:pPr>
            <a:r>
              <a:rPr lang="sr-Cyrl-RS" dirty="0" smtClean="0"/>
              <a:t>Процена: 501 333 редова</a:t>
            </a:r>
          </a:p>
          <a:p>
            <a:pPr>
              <a:buFont typeface="+mj-lt"/>
              <a:buAutoNum type="arabicPeriod"/>
            </a:pPr>
            <a:r>
              <a:rPr lang="sr-Cyrl-RS" dirty="0" smtClean="0"/>
              <a:t>Стварно: 500 000 редова</a:t>
            </a:r>
          </a:p>
          <a:p>
            <a:r>
              <a:rPr lang="sr-Cyrl-RS" dirty="0" smtClean="0"/>
              <a:t>Оптимизатор је са </a:t>
            </a:r>
            <a:r>
              <a:rPr lang="en-US" dirty="0" smtClean="0"/>
              <a:t>Extended </a:t>
            </a:r>
            <a:r>
              <a:rPr lang="sr-Cyrl-RS" dirty="0" smtClean="0"/>
              <a:t>статистиком изабрао прави </a:t>
            </a:r>
            <a:r>
              <a:rPr lang="en-US" dirty="0" smtClean="0"/>
              <a:t>Join </a:t>
            </a:r>
            <a:r>
              <a:rPr lang="sr-Cyrl-RS" dirty="0" smtClean="0"/>
              <a:t>план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13</a:t>
            </a:fld>
            <a:endParaRPr lang="en-US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780" y="3715265"/>
            <a:ext cx="2703586" cy="5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517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Закључак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 smtClean="0"/>
              <a:t>Статистика представља основу оптимизатора</a:t>
            </a:r>
          </a:p>
          <a:p>
            <a:r>
              <a:rPr lang="sr-Cyrl-RS" dirty="0" smtClean="0"/>
              <a:t>Без тачних статистика перформансе извршења упита се драстично смањују што доводи до успорења читавог система</a:t>
            </a:r>
          </a:p>
          <a:p>
            <a:r>
              <a:rPr lang="sr-Cyrl-RS" dirty="0" smtClean="0"/>
              <a:t>Ажуриране статистике и креирање </a:t>
            </a:r>
            <a:r>
              <a:rPr lang="en-US" dirty="0" smtClean="0"/>
              <a:t>Extended </a:t>
            </a:r>
            <a:r>
              <a:rPr lang="sr-Cyrl-RS" dirty="0" smtClean="0"/>
              <a:t>статистика у великој мери убрзавају извршавање упита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9566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9B41E-FC51-4047-9C2D-7FA6782DA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5603" y="2504303"/>
            <a:ext cx="5707165" cy="1902939"/>
          </a:xfrm>
        </p:spPr>
        <p:txBody>
          <a:bodyPr/>
          <a:lstStyle/>
          <a:p>
            <a:r>
              <a:rPr lang="ru-RU" sz="4800" dirty="0" smtClean="0">
                <a:solidFill>
                  <a:schemeClr val="bg1"/>
                </a:solidFill>
              </a:rPr>
              <a:t>Хвала на пажњи!</a:t>
            </a:r>
            <a:br>
              <a:rPr lang="ru-RU" sz="4800" dirty="0" smtClean="0">
                <a:solidFill>
                  <a:schemeClr val="bg1"/>
                </a:solidFill>
              </a:rPr>
            </a:br>
            <a:r>
              <a:rPr lang="ru-RU" sz="4800" dirty="0">
                <a:solidFill>
                  <a:schemeClr val="bg1"/>
                </a:solidFill>
              </a:rPr>
              <a:t>	 </a:t>
            </a:r>
            <a:r>
              <a:rPr lang="ru-RU" sz="4800" dirty="0" smtClean="0">
                <a:solidFill>
                  <a:schemeClr val="bg1"/>
                </a:solidFill>
              </a:rPr>
              <a:t>     Питања?</a:t>
            </a:r>
            <a:endParaRPr lang="en-US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203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741836_Beginning of the year procedures_AAS_v5" id="{51CF042C-A21F-4772-ACB5-34142877F475}" vid="{78ABB5F0-5DDF-4844-A82C-FEADF47C5BA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CB9AE35-8A31-4380-94A6-86E5DFCDD1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0D0EAE-52CD-493E-A174-3A7CD0E9C7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983CA34-C6E2-49BA-ACFF-78ADEC0C28F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Beginning of the year procedures</Template>
  <TotalTime>0</TotalTime>
  <Words>642</Words>
  <Application>Microsoft Office PowerPoint</Application>
  <PresentationFormat>Widescreen</PresentationFormat>
  <Paragraphs>128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Century Gothic</vt:lpstr>
      <vt:lpstr>Wingdings 3</vt:lpstr>
      <vt:lpstr>Ion Boardroom</vt:lpstr>
      <vt:lpstr>Интерна статистика коју DBMS одржава и њен утицај на планирање и извршавање упита у PostgreSQL-у</vt:lpstr>
      <vt:lpstr>Садржај</vt:lpstr>
      <vt:lpstr>Увод – зашто је статистика важна</vt:lpstr>
      <vt:lpstr>Оптимизација упита у DBMS-у</vt:lpstr>
      <vt:lpstr>Врсте статистичких метрика</vt:lpstr>
      <vt:lpstr>Интерна статистика PostgreSQL-a</vt:lpstr>
      <vt:lpstr>Прикупљање статистике - ANALYZE</vt:lpstr>
      <vt:lpstr>Експеримент 1 – утицај ажурирања статистике на одлуке отпимизатора</vt:lpstr>
      <vt:lpstr>Експеримент 1 – утицај ажурирања статистике на одлуке отпимизатора - резултати </vt:lpstr>
      <vt:lpstr>Експеримент 2 – Утицај застареле статистике</vt:lpstr>
      <vt:lpstr>Експеримент 3 – Зависност колона и Extended Statistics</vt:lpstr>
      <vt:lpstr>Експеримент 3 – Зависност колона и Extended Statistics</vt:lpstr>
      <vt:lpstr>Експеримент 3 – Зависност колона и Extended Statistics</vt:lpstr>
      <vt:lpstr>Закључак</vt:lpstr>
      <vt:lpstr>Хвала на пажњи!        Питања?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2026-03-11T16:39:40Z</dcterms:created>
  <dcterms:modified xsi:type="dcterms:W3CDTF">2026-03-11T19:36:36Z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