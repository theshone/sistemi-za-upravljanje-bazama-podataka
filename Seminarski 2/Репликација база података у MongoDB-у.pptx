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840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5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DFD113-972D-463D-AA4F-D215D8F1C153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51ED172-9E7F-4035-8153-B8E097EF5743}">
      <dgm:prSet phldrT="[Text]" custT="1"/>
      <dgm:spPr/>
      <dgm:t>
        <a:bodyPr/>
        <a:lstStyle/>
        <a:p>
          <a:r>
            <a:rPr lang="en-US" sz="2000" dirty="0" smtClean="0"/>
            <a:t>ACID</a:t>
          </a:r>
          <a:endParaRPr lang="en-US" sz="2900" dirty="0"/>
        </a:p>
      </dgm:t>
    </dgm:pt>
    <dgm:pt modelId="{9EB52385-E306-40C1-98FA-77D85C6FB37F}" type="parTrans" cxnId="{761AD795-0E6D-4FDD-AD8B-134DEEF0DBB7}">
      <dgm:prSet/>
      <dgm:spPr/>
      <dgm:t>
        <a:bodyPr/>
        <a:lstStyle/>
        <a:p>
          <a:endParaRPr lang="en-US"/>
        </a:p>
      </dgm:t>
    </dgm:pt>
    <dgm:pt modelId="{6F9BD582-8E81-430B-BF4A-116ADFD42455}" type="sibTrans" cxnId="{761AD795-0E6D-4FDD-AD8B-134DEEF0DBB7}">
      <dgm:prSet/>
      <dgm:spPr/>
      <dgm:t>
        <a:bodyPr/>
        <a:lstStyle/>
        <a:p>
          <a:endParaRPr lang="en-US"/>
        </a:p>
      </dgm:t>
    </dgm:pt>
    <dgm:pt modelId="{31DB9CFC-52A0-4E09-A9AA-80F31F42C632}">
      <dgm:prSet phldrT="[Text]" custT="1"/>
      <dgm:spPr/>
      <dgm:t>
        <a:bodyPr/>
        <a:lstStyle/>
        <a:p>
          <a:r>
            <a:rPr lang="en-US" sz="1400" dirty="0" smtClean="0"/>
            <a:t>Atomicity (</a:t>
          </a:r>
          <a:r>
            <a:rPr lang="sr-Cyrl-RS" sz="1400" dirty="0" smtClean="0"/>
            <a:t>све или ништа)</a:t>
          </a:r>
          <a:endParaRPr lang="en-US" sz="1400" dirty="0"/>
        </a:p>
      </dgm:t>
    </dgm:pt>
    <dgm:pt modelId="{759DF3A5-0D5F-4DCF-8799-2A87EE49B35C}" type="parTrans" cxnId="{C050F0D0-5D0F-46D3-A84D-EE9B92D4952F}">
      <dgm:prSet/>
      <dgm:spPr/>
      <dgm:t>
        <a:bodyPr/>
        <a:lstStyle/>
        <a:p>
          <a:endParaRPr lang="en-US"/>
        </a:p>
      </dgm:t>
    </dgm:pt>
    <dgm:pt modelId="{25722892-BCCE-4823-90AA-8EAD4755AF67}" type="sibTrans" cxnId="{C050F0D0-5D0F-46D3-A84D-EE9B92D4952F}">
      <dgm:prSet/>
      <dgm:spPr/>
      <dgm:t>
        <a:bodyPr/>
        <a:lstStyle/>
        <a:p>
          <a:endParaRPr lang="en-US"/>
        </a:p>
      </dgm:t>
    </dgm:pt>
    <dgm:pt modelId="{453E37D8-4CAD-4230-AD73-A255F3E54C90}">
      <dgm:prSet phldrT="[Text]" custT="1"/>
      <dgm:spPr/>
      <dgm:t>
        <a:bodyPr/>
        <a:lstStyle/>
        <a:p>
          <a:r>
            <a:rPr lang="en-US" sz="1400" dirty="0" smtClean="0"/>
            <a:t>Consistency</a:t>
          </a:r>
          <a:r>
            <a:rPr lang="sr-Cyrl-RS" sz="1400" dirty="0" smtClean="0"/>
            <a:t> (валидно стање)</a:t>
          </a:r>
          <a:endParaRPr lang="en-US" sz="1400" dirty="0"/>
        </a:p>
      </dgm:t>
    </dgm:pt>
    <dgm:pt modelId="{534EF2E2-FB94-47B6-809D-11DEC3C31C19}" type="parTrans" cxnId="{C8CFB1AB-E440-4917-8742-93FF6E4E43F6}">
      <dgm:prSet/>
      <dgm:spPr/>
      <dgm:t>
        <a:bodyPr/>
        <a:lstStyle/>
        <a:p>
          <a:endParaRPr lang="en-US"/>
        </a:p>
      </dgm:t>
    </dgm:pt>
    <dgm:pt modelId="{801582F2-66C0-40F6-B3FB-2ED5CFCFEB00}" type="sibTrans" cxnId="{C8CFB1AB-E440-4917-8742-93FF6E4E43F6}">
      <dgm:prSet/>
      <dgm:spPr/>
      <dgm:t>
        <a:bodyPr/>
        <a:lstStyle/>
        <a:p>
          <a:endParaRPr lang="en-US"/>
        </a:p>
      </dgm:t>
    </dgm:pt>
    <dgm:pt modelId="{1FA78F83-D9E7-4891-A43A-5E4C9D5B4936}">
      <dgm:prSet phldrT="[Text]" custT="1"/>
      <dgm:spPr/>
      <dgm:t>
        <a:bodyPr/>
        <a:lstStyle/>
        <a:p>
          <a:r>
            <a:rPr lang="en-US" sz="2000" dirty="0" smtClean="0"/>
            <a:t>BASE</a:t>
          </a:r>
          <a:endParaRPr lang="en-US" sz="2900" dirty="0"/>
        </a:p>
      </dgm:t>
    </dgm:pt>
    <dgm:pt modelId="{1179B083-AE80-42C1-9BFC-6405C8C43E4A}" type="parTrans" cxnId="{F7C970D5-78A0-472A-B511-2F69C5CF7752}">
      <dgm:prSet/>
      <dgm:spPr/>
      <dgm:t>
        <a:bodyPr/>
        <a:lstStyle/>
        <a:p>
          <a:endParaRPr lang="en-US"/>
        </a:p>
      </dgm:t>
    </dgm:pt>
    <dgm:pt modelId="{4FB7DA66-4A23-4A80-891D-5FE35C2C5FBE}" type="sibTrans" cxnId="{F7C970D5-78A0-472A-B511-2F69C5CF7752}">
      <dgm:prSet/>
      <dgm:spPr/>
      <dgm:t>
        <a:bodyPr/>
        <a:lstStyle/>
        <a:p>
          <a:endParaRPr lang="en-US"/>
        </a:p>
      </dgm:t>
    </dgm:pt>
    <dgm:pt modelId="{685D2573-E9B8-496D-BB58-4BB2A12B3C1D}">
      <dgm:prSet phldrT="[Text]" custT="1"/>
      <dgm:spPr/>
      <dgm:t>
        <a:bodyPr/>
        <a:lstStyle/>
        <a:p>
          <a:r>
            <a:rPr lang="en-US" sz="1400" dirty="0" smtClean="0"/>
            <a:t>Basically Available (</a:t>
          </a:r>
          <a:r>
            <a:rPr lang="sr-Cyrl-RS" sz="1400" dirty="0" smtClean="0"/>
            <a:t>Увек доступан)</a:t>
          </a:r>
          <a:r>
            <a:rPr lang="en-US" sz="1400" dirty="0" smtClean="0"/>
            <a:t> </a:t>
          </a:r>
          <a:endParaRPr lang="en-US" sz="1400" dirty="0"/>
        </a:p>
      </dgm:t>
    </dgm:pt>
    <dgm:pt modelId="{49F01A8D-326A-43C0-AED3-160FF08BCCA3}" type="parTrans" cxnId="{5463C307-C9FE-4170-B880-01F5CC429CDE}">
      <dgm:prSet/>
      <dgm:spPr/>
      <dgm:t>
        <a:bodyPr/>
        <a:lstStyle/>
        <a:p>
          <a:endParaRPr lang="en-US"/>
        </a:p>
      </dgm:t>
    </dgm:pt>
    <dgm:pt modelId="{45AA6B47-5ED0-4345-8B8D-73E26C7E8461}" type="sibTrans" cxnId="{5463C307-C9FE-4170-B880-01F5CC429CDE}">
      <dgm:prSet/>
      <dgm:spPr/>
      <dgm:t>
        <a:bodyPr/>
        <a:lstStyle/>
        <a:p>
          <a:endParaRPr lang="en-US"/>
        </a:p>
      </dgm:t>
    </dgm:pt>
    <dgm:pt modelId="{9696CC91-092C-44B6-BB1D-BC45ECA0FCE4}">
      <dgm:prSet phldrT="[Text]" custT="1"/>
      <dgm:spPr/>
      <dgm:t>
        <a:bodyPr/>
        <a:lstStyle/>
        <a:p>
          <a:r>
            <a:rPr lang="en-US" sz="1400" dirty="0" smtClean="0"/>
            <a:t>Soft State</a:t>
          </a:r>
          <a:r>
            <a:rPr lang="sr-Cyrl-RS" sz="1400" dirty="0" smtClean="0"/>
            <a:t> (привремена неконзистентност)</a:t>
          </a:r>
          <a:endParaRPr lang="en-US" sz="1400" dirty="0"/>
        </a:p>
      </dgm:t>
    </dgm:pt>
    <dgm:pt modelId="{2E372706-DFE1-4D00-A5D8-F55FB3AE4B70}" type="parTrans" cxnId="{EB2B26F6-6E45-4972-B20E-E844A2E3BD4C}">
      <dgm:prSet/>
      <dgm:spPr/>
      <dgm:t>
        <a:bodyPr/>
        <a:lstStyle/>
        <a:p>
          <a:endParaRPr lang="en-US"/>
        </a:p>
      </dgm:t>
    </dgm:pt>
    <dgm:pt modelId="{5D730FB1-F7EF-439D-8130-118CAB49EDBC}" type="sibTrans" cxnId="{EB2B26F6-6E45-4972-B20E-E844A2E3BD4C}">
      <dgm:prSet/>
      <dgm:spPr/>
      <dgm:t>
        <a:bodyPr/>
        <a:lstStyle/>
        <a:p>
          <a:endParaRPr lang="en-US"/>
        </a:p>
      </dgm:t>
    </dgm:pt>
    <dgm:pt modelId="{5CD9743B-C963-466D-BC59-51AA5007FE10}">
      <dgm:prSet phldrT="[Text]" custT="1"/>
      <dgm:spPr/>
      <dgm:t>
        <a:bodyPr/>
        <a:lstStyle/>
        <a:p>
          <a:r>
            <a:rPr lang="en-US" sz="2000" dirty="0" smtClean="0"/>
            <a:t>CAP</a:t>
          </a:r>
          <a:r>
            <a:rPr lang="sr-Cyrl-RS" sz="2000" dirty="0" smtClean="0"/>
            <a:t> теорема</a:t>
          </a:r>
          <a:endParaRPr lang="en-US" sz="2000" dirty="0"/>
        </a:p>
      </dgm:t>
    </dgm:pt>
    <dgm:pt modelId="{6E2DF8D2-3D3C-4B13-A31E-EE3BE5E7F04C}" type="parTrans" cxnId="{F7A94259-9D74-47F9-BA1F-7F2C2B55B828}">
      <dgm:prSet/>
      <dgm:spPr/>
      <dgm:t>
        <a:bodyPr/>
        <a:lstStyle/>
        <a:p>
          <a:endParaRPr lang="en-US"/>
        </a:p>
      </dgm:t>
    </dgm:pt>
    <dgm:pt modelId="{046EFE3B-EF06-40DB-A697-7721527A82F1}" type="sibTrans" cxnId="{F7A94259-9D74-47F9-BA1F-7F2C2B55B828}">
      <dgm:prSet/>
      <dgm:spPr/>
      <dgm:t>
        <a:bodyPr/>
        <a:lstStyle/>
        <a:p>
          <a:endParaRPr lang="en-US"/>
        </a:p>
      </dgm:t>
    </dgm:pt>
    <dgm:pt modelId="{5B81B821-50A2-42C3-97AC-FE4E0EFE2EB2}">
      <dgm:prSet phldrT="[Text]" custT="1"/>
      <dgm:spPr/>
      <dgm:t>
        <a:bodyPr/>
        <a:lstStyle/>
        <a:p>
          <a:r>
            <a:rPr lang="en-US" sz="1400" dirty="0" smtClean="0"/>
            <a:t>Consistency (</a:t>
          </a:r>
          <a:r>
            <a:rPr lang="sr-Cyrl-RS" sz="1400" dirty="0" smtClean="0"/>
            <a:t>сви чворови виде исте податке)</a:t>
          </a:r>
          <a:r>
            <a:rPr lang="en-US" sz="1400" dirty="0" smtClean="0"/>
            <a:t> </a:t>
          </a:r>
          <a:endParaRPr lang="en-US" sz="1400" dirty="0"/>
        </a:p>
      </dgm:t>
    </dgm:pt>
    <dgm:pt modelId="{9180508D-DD11-471D-B30C-40C26A910D0C}" type="parTrans" cxnId="{6B11ACC3-4D76-45AD-8F83-0BF6BA0CAFEC}">
      <dgm:prSet/>
      <dgm:spPr/>
      <dgm:t>
        <a:bodyPr/>
        <a:lstStyle/>
        <a:p>
          <a:endParaRPr lang="en-US"/>
        </a:p>
      </dgm:t>
    </dgm:pt>
    <dgm:pt modelId="{74431767-0A17-47BD-92A3-2C3E61C39732}" type="sibTrans" cxnId="{6B11ACC3-4D76-45AD-8F83-0BF6BA0CAFEC}">
      <dgm:prSet/>
      <dgm:spPr/>
      <dgm:t>
        <a:bodyPr/>
        <a:lstStyle/>
        <a:p>
          <a:endParaRPr lang="en-US"/>
        </a:p>
      </dgm:t>
    </dgm:pt>
    <dgm:pt modelId="{64AF2086-A661-41B9-9781-27554B0BEE51}">
      <dgm:prSet phldrT="[Text]" custT="1"/>
      <dgm:spPr/>
      <dgm:t>
        <a:bodyPr/>
        <a:lstStyle/>
        <a:p>
          <a:r>
            <a:rPr lang="en-US" sz="1400" dirty="0" smtClean="0"/>
            <a:t>Availability</a:t>
          </a:r>
          <a:r>
            <a:rPr lang="sr-Cyrl-RS" sz="1400" dirty="0" smtClean="0"/>
            <a:t> (сваки захтев добија одговор)</a:t>
          </a:r>
          <a:endParaRPr lang="en-US" sz="1400" dirty="0"/>
        </a:p>
      </dgm:t>
    </dgm:pt>
    <dgm:pt modelId="{BD24BB2A-D74B-450E-AEAC-414766C1F592}" type="parTrans" cxnId="{2671659E-AB6D-4651-823E-EE67D7028C28}">
      <dgm:prSet/>
      <dgm:spPr/>
      <dgm:t>
        <a:bodyPr/>
        <a:lstStyle/>
        <a:p>
          <a:endParaRPr lang="en-US"/>
        </a:p>
      </dgm:t>
    </dgm:pt>
    <dgm:pt modelId="{F434A47D-B8A6-4F7F-BE40-EDD21A83A501}" type="sibTrans" cxnId="{2671659E-AB6D-4651-823E-EE67D7028C28}">
      <dgm:prSet/>
      <dgm:spPr/>
      <dgm:t>
        <a:bodyPr/>
        <a:lstStyle/>
        <a:p>
          <a:endParaRPr lang="en-US"/>
        </a:p>
      </dgm:t>
    </dgm:pt>
    <dgm:pt modelId="{C4BECD8F-4314-462E-960A-815F569EF5FD}">
      <dgm:prSet phldrT="[Text]" custT="1"/>
      <dgm:spPr/>
      <dgm:t>
        <a:bodyPr/>
        <a:lstStyle/>
        <a:p>
          <a:r>
            <a:rPr lang="en-US" sz="1400" dirty="0" smtClean="0"/>
            <a:t>Isolation</a:t>
          </a:r>
          <a:r>
            <a:rPr lang="sr-Cyrl-RS" sz="1400" dirty="0" smtClean="0"/>
            <a:t> (паралелне трансакције)</a:t>
          </a:r>
          <a:endParaRPr lang="en-US" sz="1400" dirty="0"/>
        </a:p>
      </dgm:t>
    </dgm:pt>
    <dgm:pt modelId="{EF78FF27-F7EC-46E0-9291-1BDCE2A68FA4}" type="parTrans" cxnId="{12DAEB4B-1704-40C6-AA94-A4C929A33205}">
      <dgm:prSet/>
      <dgm:spPr/>
      <dgm:t>
        <a:bodyPr/>
        <a:lstStyle/>
        <a:p>
          <a:endParaRPr lang="en-US"/>
        </a:p>
      </dgm:t>
    </dgm:pt>
    <dgm:pt modelId="{80940021-36E0-4BDB-8700-FE6F26F44BA1}" type="sibTrans" cxnId="{12DAEB4B-1704-40C6-AA94-A4C929A33205}">
      <dgm:prSet/>
      <dgm:spPr/>
      <dgm:t>
        <a:bodyPr/>
        <a:lstStyle/>
        <a:p>
          <a:endParaRPr lang="en-US"/>
        </a:p>
      </dgm:t>
    </dgm:pt>
    <dgm:pt modelId="{BF98B318-D9E0-4871-B74E-67F4B94C3B65}">
      <dgm:prSet phldrT="[Text]" custT="1"/>
      <dgm:spPr/>
      <dgm:t>
        <a:bodyPr/>
        <a:lstStyle/>
        <a:p>
          <a:r>
            <a:rPr lang="en-US" sz="1400" dirty="0" smtClean="0"/>
            <a:t>Durability</a:t>
          </a:r>
          <a:r>
            <a:rPr lang="sr-Cyrl-RS" sz="1400" dirty="0" smtClean="0"/>
            <a:t> (одрживост)</a:t>
          </a:r>
          <a:endParaRPr lang="en-US" sz="1400" dirty="0"/>
        </a:p>
      </dgm:t>
    </dgm:pt>
    <dgm:pt modelId="{76995B90-D763-433B-A1CE-E7118F5DFB0B}" type="parTrans" cxnId="{20E293A5-1384-4F6F-812A-F1A5F1898789}">
      <dgm:prSet/>
      <dgm:spPr/>
      <dgm:t>
        <a:bodyPr/>
        <a:lstStyle/>
        <a:p>
          <a:endParaRPr lang="en-US"/>
        </a:p>
      </dgm:t>
    </dgm:pt>
    <dgm:pt modelId="{E58CDC55-1874-49B0-82EF-1AD8B5755887}" type="sibTrans" cxnId="{20E293A5-1384-4F6F-812A-F1A5F1898789}">
      <dgm:prSet/>
      <dgm:spPr/>
      <dgm:t>
        <a:bodyPr/>
        <a:lstStyle/>
        <a:p>
          <a:endParaRPr lang="en-US"/>
        </a:p>
      </dgm:t>
    </dgm:pt>
    <dgm:pt modelId="{5278B57A-13AF-49C9-B772-FB9E163C776D}">
      <dgm:prSet phldrT="[Text]" custT="1"/>
      <dgm:spPr/>
      <dgm:t>
        <a:bodyPr/>
        <a:lstStyle/>
        <a:p>
          <a:r>
            <a:rPr lang="en-US" sz="1400" dirty="0" smtClean="0"/>
            <a:t>Eventually Consistent</a:t>
          </a:r>
          <a:r>
            <a:rPr lang="sr-Cyrl-RS" sz="1400" dirty="0" smtClean="0"/>
            <a:t> (конзистентност временом)</a:t>
          </a:r>
          <a:endParaRPr lang="en-US" sz="1400" dirty="0"/>
        </a:p>
      </dgm:t>
    </dgm:pt>
    <dgm:pt modelId="{497C2ADB-97FA-461D-B43D-2B72BE6ACBBB}" type="parTrans" cxnId="{2C18531C-7284-4E04-A969-6AF2FA535CFD}">
      <dgm:prSet/>
      <dgm:spPr/>
      <dgm:t>
        <a:bodyPr/>
        <a:lstStyle/>
        <a:p>
          <a:endParaRPr lang="en-US"/>
        </a:p>
      </dgm:t>
    </dgm:pt>
    <dgm:pt modelId="{93235A40-DCCC-4282-B1A2-7A857E6BA499}" type="sibTrans" cxnId="{2C18531C-7284-4E04-A969-6AF2FA535CFD}">
      <dgm:prSet/>
      <dgm:spPr/>
      <dgm:t>
        <a:bodyPr/>
        <a:lstStyle/>
        <a:p>
          <a:endParaRPr lang="en-US"/>
        </a:p>
      </dgm:t>
    </dgm:pt>
    <dgm:pt modelId="{03430FEF-0EBB-48F2-8A29-67233BD86DD0}">
      <dgm:prSet phldrT="[Text]" custT="1"/>
      <dgm:spPr/>
      <dgm:t>
        <a:bodyPr/>
        <a:lstStyle/>
        <a:p>
          <a:r>
            <a:rPr lang="en-US" sz="1400" dirty="0" smtClean="0"/>
            <a:t>Partition Tolerance</a:t>
          </a:r>
          <a:r>
            <a:rPr lang="sr-Cyrl-RS" sz="1400" dirty="0" smtClean="0"/>
            <a:t> (Ради упркос мрежним прекдиима)</a:t>
          </a:r>
          <a:endParaRPr lang="en-US" sz="1400" dirty="0"/>
        </a:p>
      </dgm:t>
    </dgm:pt>
    <dgm:pt modelId="{7657E9CE-DBC4-428F-9B8F-EC4ED07509BE}" type="parTrans" cxnId="{570BC4E9-45AF-4BB1-BDB1-F78B3642472A}">
      <dgm:prSet/>
      <dgm:spPr/>
      <dgm:t>
        <a:bodyPr/>
        <a:lstStyle/>
        <a:p>
          <a:endParaRPr lang="en-US"/>
        </a:p>
      </dgm:t>
    </dgm:pt>
    <dgm:pt modelId="{02057C62-FCA8-43B3-A77A-347497563DAD}" type="sibTrans" cxnId="{570BC4E9-45AF-4BB1-BDB1-F78B3642472A}">
      <dgm:prSet/>
      <dgm:spPr/>
      <dgm:t>
        <a:bodyPr/>
        <a:lstStyle/>
        <a:p>
          <a:endParaRPr lang="en-US"/>
        </a:p>
      </dgm:t>
    </dgm:pt>
    <dgm:pt modelId="{17AB72B9-318B-479F-AECE-50625F6B9778}" type="pres">
      <dgm:prSet presAssocID="{ABDFD113-972D-463D-AA4F-D215D8F1C153}" presName="Name0" presStyleCnt="0">
        <dgm:presLayoutVars>
          <dgm:dir/>
          <dgm:animLvl val="lvl"/>
          <dgm:resizeHandles val="exact"/>
        </dgm:presLayoutVars>
      </dgm:prSet>
      <dgm:spPr/>
    </dgm:pt>
    <dgm:pt modelId="{2B9ABAFE-00D3-42D2-A63E-6C9E46B73647}" type="pres">
      <dgm:prSet presAssocID="{051ED172-9E7F-4035-8153-B8E097EF5743}" presName="composite" presStyleCnt="0"/>
      <dgm:spPr/>
    </dgm:pt>
    <dgm:pt modelId="{6B100E94-FCE1-4300-B693-54ADA06FC261}" type="pres">
      <dgm:prSet presAssocID="{051ED172-9E7F-4035-8153-B8E097EF5743}" presName="parTx" presStyleLbl="alignNode1" presStyleIdx="0" presStyleCnt="3" custLinFactNeighborX="-131" custLinFactNeighborY="234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D705C3-7E5C-4108-BE55-F5D8AFD0E33D}" type="pres">
      <dgm:prSet presAssocID="{051ED172-9E7F-4035-8153-B8E097EF5743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DCFE61-162C-4A99-A465-1CFC7593C06C}" type="pres">
      <dgm:prSet presAssocID="{6F9BD582-8E81-430B-BF4A-116ADFD42455}" presName="space" presStyleCnt="0"/>
      <dgm:spPr/>
    </dgm:pt>
    <dgm:pt modelId="{BF824D61-94C6-4B36-865D-BE22DD9C5D64}" type="pres">
      <dgm:prSet presAssocID="{1FA78F83-D9E7-4891-A43A-5E4C9D5B4936}" presName="composite" presStyleCnt="0"/>
      <dgm:spPr/>
    </dgm:pt>
    <dgm:pt modelId="{B839FC13-DA4E-4D6A-8989-2CFE9E2C6D6F}" type="pres">
      <dgm:prSet presAssocID="{1FA78F83-D9E7-4891-A43A-5E4C9D5B493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F207569-F5AF-42FF-A574-E3B00BA4E64F}" type="pres">
      <dgm:prSet presAssocID="{1FA78F83-D9E7-4891-A43A-5E4C9D5B4936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B9895A-5373-4C08-AF1B-2E662BCD2851}" type="pres">
      <dgm:prSet presAssocID="{4FB7DA66-4A23-4A80-891D-5FE35C2C5FBE}" presName="space" presStyleCnt="0"/>
      <dgm:spPr/>
    </dgm:pt>
    <dgm:pt modelId="{8BA448E3-45AE-41FC-BB1D-7C46B96271C0}" type="pres">
      <dgm:prSet presAssocID="{5CD9743B-C963-466D-BC59-51AA5007FE10}" presName="composite" presStyleCnt="0"/>
      <dgm:spPr/>
    </dgm:pt>
    <dgm:pt modelId="{E7A92CCB-7F55-4F7D-98F6-6B6DB8ABEF80}" type="pres">
      <dgm:prSet presAssocID="{5CD9743B-C963-466D-BC59-51AA5007FE1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F46E5E5-244F-40CE-B1CC-4D767469926C}" type="pres">
      <dgm:prSet presAssocID="{5CD9743B-C963-466D-BC59-51AA5007FE10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463C307-C9FE-4170-B880-01F5CC429CDE}" srcId="{1FA78F83-D9E7-4891-A43A-5E4C9D5B4936}" destId="{685D2573-E9B8-496D-BB58-4BB2A12B3C1D}" srcOrd="0" destOrd="0" parTransId="{49F01A8D-326A-43C0-AED3-160FF08BCCA3}" sibTransId="{45AA6B47-5ED0-4345-8B8D-73E26C7E8461}"/>
    <dgm:cxn modelId="{20E293A5-1384-4F6F-812A-F1A5F1898789}" srcId="{051ED172-9E7F-4035-8153-B8E097EF5743}" destId="{BF98B318-D9E0-4871-B74E-67F4B94C3B65}" srcOrd="3" destOrd="0" parTransId="{76995B90-D763-433B-A1CE-E7118F5DFB0B}" sibTransId="{E58CDC55-1874-49B0-82EF-1AD8B5755887}"/>
    <dgm:cxn modelId="{6B11ACC3-4D76-45AD-8F83-0BF6BA0CAFEC}" srcId="{5CD9743B-C963-466D-BC59-51AA5007FE10}" destId="{5B81B821-50A2-42C3-97AC-FE4E0EFE2EB2}" srcOrd="0" destOrd="0" parTransId="{9180508D-DD11-471D-B30C-40C26A910D0C}" sibTransId="{74431767-0A17-47BD-92A3-2C3E61C39732}"/>
    <dgm:cxn modelId="{F7C970D5-78A0-472A-B511-2F69C5CF7752}" srcId="{ABDFD113-972D-463D-AA4F-D215D8F1C153}" destId="{1FA78F83-D9E7-4891-A43A-5E4C9D5B4936}" srcOrd="1" destOrd="0" parTransId="{1179B083-AE80-42C1-9BFC-6405C8C43E4A}" sibTransId="{4FB7DA66-4A23-4A80-891D-5FE35C2C5FBE}"/>
    <dgm:cxn modelId="{5B722E94-F404-4367-8C35-303E54FC0197}" type="presOf" srcId="{5278B57A-13AF-49C9-B772-FB9E163C776D}" destId="{6F207569-F5AF-42FF-A574-E3B00BA4E64F}" srcOrd="0" destOrd="2" presId="urn:microsoft.com/office/officeart/2005/8/layout/hList1"/>
    <dgm:cxn modelId="{527F7308-1308-4AA6-BEBF-04AB5592E845}" type="presOf" srcId="{BF98B318-D9E0-4871-B74E-67F4B94C3B65}" destId="{CED705C3-7E5C-4108-BE55-F5D8AFD0E33D}" srcOrd="0" destOrd="3" presId="urn:microsoft.com/office/officeart/2005/8/layout/hList1"/>
    <dgm:cxn modelId="{4FDC4E91-CAF7-4A15-94F2-4A490F799000}" type="presOf" srcId="{03430FEF-0EBB-48F2-8A29-67233BD86DD0}" destId="{DF46E5E5-244F-40CE-B1CC-4D767469926C}" srcOrd="0" destOrd="2" presId="urn:microsoft.com/office/officeart/2005/8/layout/hList1"/>
    <dgm:cxn modelId="{F7A94259-9D74-47F9-BA1F-7F2C2B55B828}" srcId="{ABDFD113-972D-463D-AA4F-D215D8F1C153}" destId="{5CD9743B-C963-466D-BC59-51AA5007FE10}" srcOrd="2" destOrd="0" parTransId="{6E2DF8D2-3D3C-4B13-A31E-EE3BE5E7F04C}" sibTransId="{046EFE3B-EF06-40DB-A697-7721527A82F1}"/>
    <dgm:cxn modelId="{90EF5617-5A8F-47B8-81EF-84956FF1BADD}" type="presOf" srcId="{5B81B821-50A2-42C3-97AC-FE4E0EFE2EB2}" destId="{DF46E5E5-244F-40CE-B1CC-4D767469926C}" srcOrd="0" destOrd="0" presId="urn:microsoft.com/office/officeart/2005/8/layout/hList1"/>
    <dgm:cxn modelId="{2671659E-AB6D-4651-823E-EE67D7028C28}" srcId="{5CD9743B-C963-466D-BC59-51AA5007FE10}" destId="{64AF2086-A661-41B9-9781-27554B0BEE51}" srcOrd="1" destOrd="0" parTransId="{BD24BB2A-D74B-450E-AEAC-414766C1F592}" sibTransId="{F434A47D-B8A6-4F7F-BE40-EDD21A83A501}"/>
    <dgm:cxn modelId="{2F9A62D3-0ED5-4745-A0C2-F7A73181C19F}" type="presOf" srcId="{453E37D8-4CAD-4230-AD73-A255F3E54C90}" destId="{CED705C3-7E5C-4108-BE55-F5D8AFD0E33D}" srcOrd="0" destOrd="1" presId="urn:microsoft.com/office/officeart/2005/8/layout/hList1"/>
    <dgm:cxn modelId="{EB2B26F6-6E45-4972-B20E-E844A2E3BD4C}" srcId="{1FA78F83-D9E7-4891-A43A-5E4C9D5B4936}" destId="{9696CC91-092C-44B6-BB1D-BC45ECA0FCE4}" srcOrd="1" destOrd="0" parTransId="{2E372706-DFE1-4D00-A5D8-F55FB3AE4B70}" sibTransId="{5D730FB1-F7EF-439D-8130-118CAB49EDBC}"/>
    <dgm:cxn modelId="{12DAEB4B-1704-40C6-AA94-A4C929A33205}" srcId="{051ED172-9E7F-4035-8153-B8E097EF5743}" destId="{C4BECD8F-4314-462E-960A-815F569EF5FD}" srcOrd="2" destOrd="0" parTransId="{EF78FF27-F7EC-46E0-9291-1BDCE2A68FA4}" sibTransId="{80940021-36E0-4BDB-8700-FE6F26F44BA1}"/>
    <dgm:cxn modelId="{697C38AA-1206-48D7-9E2B-D04B784E3F7C}" type="presOf" srcId="{C4BECD8F-4314-462E-960A-815F569EF5FD}" destId="{CED705C3-7E5C-4108-BE55-F5D8AFD0E33D}" srcOrd="0" destOrd="2" presId="urn:microsoft.com/office/officeart/2005/8/layout/hList1"/>
    <dgm:cxn modelId="{EE2E785F-84C2-476C-8DA8-ADFAD7D566C2}" type="presOf" srcId="{685D2573-E9B8-496D-BB58-4BB2A12B3C1D}" destId="{6F207569-F5AF-42FF-A574-E3B00BA4E64F}" srcOrd="0" destOrd="0" presId="urn:microsoft.com/office/officeart/2005/8/layout/hList1"/>
    <dgm:cxn modelId="{C050F0D0-5D0F-46D3-A84D-EE9B92D4952F}" srcId="{051ED172-9E7F-4035-8153-B8E097EF5743}" destId="{31DB9CFC-52A0-4E09-A9AA-80F31F42C632}" srcOrd="0" destOrd="0" parTransId="{759DF3A5-0D5F-4DCF-8799-2A87EE49B35C}" sibTransId="{25722892-BCCE-4823-90AA-8EAD4755AF67}"/>
    <dgm:cxn modelId="{570BC4E9-45AF-4BB1-BDB1-F78B3642472A}" srcId="{5CD9743B-C963-466D-BC59-51AA5007FE10}" destId="{03430FEF-0EBB-48F2-8A29-67233BD86DD0}" srcOrd="2" destOrd="0" parTransId="{7657E9CE-DBC4-428F-9B8F-EC4ED07509BE}" sibTransId="{02057C62-FCA8-43B3-A77A-347497563DAD}"/>
    <dgm:cxn modelId="{A9B5F990-B62C-455B-B627-2F4EB60B5DAB}" type="presOf" srcId="{ABDFD113-972D-463D-AA4F-D215D8F1C153}" destId="{17AB72B9-318B-479F-AECE-50625F6B9778}" srcOrd="0" destOrd="0" presId="urn:microsoft.com/office/officeart/2005/8/layout/hList1"/>
    <dgm:cxn modelId="{0B6B8830-2CFC-4164-8634-6B0100E17534}" type="presOf" srcId="{1FA78F83-D9E7-4891-A43A-5E4C9D5B4936}" destId="{B839FC13-DA4E-4D6A-8989-2CFE9E2C6D6F}" srcOrd="0" destOrd="0" presId="urn:microsoft.com/office/officeart/2005/8/layout/hList1"/>
    <dgm:cxn modelId="{2C18531C-7284-4E04-A969-6AF2FA535CFD}" srcId="{1FA78F83-D9E7-4891-A43A-5E4C9D5B4936}" destId="{5278B57A-13AF-49C9-B772-FB9E163C776D}" srcOrd="2" destOrd="0" parTransId="{497C2ADB-97FA-461D-B43D-2B72BE6ACBBB}" sibTransId="{93235A40-DCCC-4282-B1A2-7A857E6BA499}"/>
    <dgm:cxn modelId="{9C5F8EE7-DB16-4820-B794-C5417170BE9A}" type="presOf" srcId="{051ED172-9E7F-4035-8153-B8E097EF5743}" destId="{6B100E94-FCE1-4300-B693-54ADA06FC261}" srcOrd="0" destOrd="0" presId="urn:microsoft.com/office/officeart/2005/8/layout/hList1"/>
    <dgm:cxn modelId="{C8CFB1AB-E440-4917-8742-93FF6E4E43F6}" srcId="{051ED172-9E7F-4035-8153-B8E097EF5743}" destId="{453E37D8-4CAD-4230-AD73-A255F3E54C90}" srcOrd="1" destOrd="0" parTransId="{534EF2E2-FB94-47B6-809D-11DEC3C31C19}" sibTransId="{801582F2-66C0-40F6-B3FB-2ED5CFCFEB00}"/>
    <dgm:cxn modelId="{3F4AB528-7ECE-4BFA-A934-1F653C4B0204}" type="presOf" srcId="{9696CC91-092C-44B6-BB1D-BC45ECA0FCE4}" destId="{6F207569-F5AF-42FF-A574-E3B00BA4E64F}" srcOrd="0" destOrd="1" presId="urn:microsoft.com/office/officeart/2005/8/layout/hList1"/>
    <dgm:cxn modelId="{4CECECC7-8DD5-4121-90E8-4BEF59F85BAF}" type="presOf" srcId="{64AF2086-A661-41B9-9781-27554B0BEE51}" destId="{DF46E5E5-244F-40CE-B1CC-4D767469926C}" srcOrd="0" destOrd="1" presId="urn:microsoft.com/office/officeart/2005/8/layout/hList1"/>
    <dgm:cxn modelId="{761AD795-0E6D-4FDD-AD8B-134DEEF0DBB7}" srcId="{ABDFD113-972D-463D-AA4F-D215D8F1C153}" destId="{051ED172-9E7F-4035-8153-B8E097EF5743}" srcOrd="0" destOrd="0" parTransId="{9EB52385-E306-40C1-98FA-77D85C6FB37F}" sibTransId="{6F9BD582-8E81-430B-BF4A-116ADFD42455}"/>
    <dgm:cxn modelId="{F9F941B3-BC83-4B55-915C-48077EC184CD}" type="presOf" srcId="{31DB9CFC-52A0-4E09-A9AA-80F31F42C632}" destId="{CED705C3-7E5C-4108-BE55-F5D8AFD0E33D}" srcOrd="0" destOrd="0" presId="urn:microsoft.com/office/officeart/2005/8/layout/hList1"/>
    <dgm:cxn modelId="{ECDDAA80-B753-4ECC-863F-02CCA3956508}" type="presOf" srcId="{5CD9743B-C963-466D-BC59-51AA5007FE10}" destId="{E7A92CCB-7F55-4F7D-98F6-6B6DB8ABEF80}" srcOrd="0" destOrd="0" presId="urn:microsoft.com/office/officeart/2005/8/layout/hList1"/>
    <dgm:cxn modelId="{9C4B9B46-D665-4E3D-B96B-37865C531D2B}" type="presParOf" srcId="{17AB72B9-318B-479F-AECE-50625F6B9778}" destId="{2B9ABAFE-00D3-42D2-A63E-6C9E46B73647}" srcOrd="0" destOrd="0" presId="urn:microsoft.com/office/officeart/2005/8/layout/hList1"/>
    <dgm:cxn modelId="{50CD3131-3D85-42C3-A388-12E92C3167FB}" type="presParOf" srcId="{2B9ABAFE-00D3-42D2-A63E-6C9E46B73647}" destId="{6B100E94-FCE1-4300-B693-54ADA06FC261}" srcOrd="0" destOrd="0" presId="urn:microsoft.com/office/officeart/2005/8/layout/hList1"/>
    <dgm:cxn modelId="{42BB840A-5D22-430A-87C2-A33E51C079E7}" type="presParOf" srcId="{2B9ABAFE-00D3-42D2-A63E-6C9E46B73647}" destId="{CED705C3-7E5C-4108-BE55-F5D8AFD0E33D}" srcOrd="1" destOrd="0" presId="urn:microsoft.com/office/officeart/2005/8/layout/hList1"/>
    <dgm:cxn modelId="{A8C0A1A0-0B74-4A1E-9885-A2B69A592CBE}" type="presParOf" srcId="{17AB72B9-318B-479F-AECE-50625F6B9778}" destId="{63DCFE61-162C-4A99-A465-1CFC7593C06C}" srcOrd="1" destOrd="0" presId="urn:microsoft.com/office/officeart/2005/8/layout/hList1"/>
    <dgm:cxn modelId="{A2453175-4A75-400F-8013-6ADA8CD9EDD7}" type="presParOf" srcId="{17AB72B9-318B-479F-AECE-50625F6B9778}" destId="{BF824D61-94C6-4B36-865D-BE22DD9C5D64}" srcOrd="2" destOrd="0" presId="urn:microsoft.com/office/officeart/2005/8/layout/hList1"/>
    <dgm:cxn modelId="{0982403A-37FE-47F3-99A7-675F7F2C615E}" type="presParOf" srcId="{BF824D61-94C6-4B36-865D-BE22DD9C5D64}" destId="{B839FC13-DA4E-4D6A-8989-2CFE9E2C6D6F}" srcOrd="0" destOrd="0" presId="urn:microsoft.com/office/officeart/2005/8/layout/hList1"/>
    <dgm:cxn modelId="{3BCCA05C-437F-4385-9DB2-466637E4DDFB}" type="presParOf" srcId="{BF824D61-94C6-4B36-865D-BE22DD9C5D64}" destId="{6F207569-F5AF-42FF-A574-E3B00BA4E64F}" srcOrd="1" destOrd="0" presId="urn:microsoft.com/office/officeart/2005/8/layout/hList1"/>
    <dgm:cxn modelId="{97322E33-DECE-4BC3-BDE5-8AC66BEEAD10}" type="presParOf" srcId="{17AB72B9-318B-479F-AECE-50625F6B9778}" destId="{03B9895A-5373-4C08-AF1B-2E662BCD2851}" srcOrd="3" destOrd="0" presId="urn:microsoft.com/office/officeart/2005/8/layout/hList1"/>
    <dgm:cxn modelId="{511E24DC-FB64-40D8-88C4-FD209F261E54}" type="presParOf" srcId="{17AB72B9-318B-479F-AECE-50625F6B9778}" destId="{8BA448E3-45AE-41FC-BB1D-7C46B96271C0}" srcOrd="4" destOrd="0" presId="urn:microsoft.com/office/officeart/2005/8/layout/hList1"/>
    <dgm:cxn modelId="{A122DB4E-6319-4169-825F-5F6DBA9CC971}" type="presParOf" srcId="{8BA448E3-45AE-41FC-BB1D-7C46B96271C0}" destId="{E7A92CCB-7F55-4F7D-98F6-6B6DB8ABEF80}" srcOrd="0" destOrd="0" presId="urn:microsoft.com/office/officeart/2005/8/layout/hList1"/>
    <dgm:cxn modelId="{5149C08A-41E9-4B04-BDE4-A475445FCC85}" type="presParOf" srcId="{8BA448E3-45AE-41FC-BB1D-7C46B96271C0}" destId="{DF46E5E5-244F-40CE-B1CC-4D767469926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DFD113-972D-463D-AA4F-D215D8F1C153}" type="doc">
      <dgm:prSet loTypeId="urn:microsoft.com/office/officeart/2005/8/layout/hList1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051ED172-9E7F-4035-8153-B8E097EF5743}">
      <dgm:prSet phldrT="[Text]" custT="1"/>
      <dgm:spPr/>
      <dgm:t>
        <a:bodyPr/>
        <a:lstStyle/>
        <a:p>
          <a:r>
            <a:rPr lang="en-US" sz="2000" dirty="0" smtClean="0"/>
            <a:t>PRIMARY</a:t>
          </a:r>
          <a:endParaRPr lang="en-US" sz="2900" dirty="0"/>
        </a:p>
      </dgm:t>
    </dgm:pt>
    <dgm:pt modelId="{9EB52385-E306-40C1-98FA-77D85C6FB37F}" type="parTrans" cxnId="{761AD795-0E6D-4FDD-AD8B-134DEEF0DBB7}">
      <dgm:prSet/>
      <dgm:spPr/>
      <dgm:t>
        <a:bodyPr/>
        <a:lstStyle/>
        <a:p>
          <a:endParaRPr lang="en-US"/>
        </a:p>
      </dgm:t>
    </dgm:pt>
    <dgm:pt modelId="{6F9BD582-8E81-430B-BF4A-116ADFD42455}" type="sibTrans" cxnId="{761AD795-0E6D-4FDD-AD8B-134DEEF0DBB7}">
      <dgm:prSet/>
      <dgm:spPr/>
      <dgm:t>
        <a:bodyPr/>
        <a:lstStyle/>
        <a:p>
          <a:endParaRPr lang="en-US"/>
        </a:p>
      </dgm:t>
    </dgm:pt>
    <dgm:pt modelId="{31DB9CFC-52A0-4E09-A9AA-80F31F42C632}">
      <dgm:prSet phldrT="[Text]" custT="1"/>
      <dgm:spPr/>
      <dgm:t>
        <a:bodyPr/>
        <a:lstStyle/>
        <a:p>
          <a:r>
            <a:rPr lang="sr-Cyrl-RS" sz="1400" dirty="0" smtClean="0"/>
            <a:t>Прима све записе</a:t>
          </a:r>
          <a:endParaRPr lang="en-US" sz="1400" dirty="0"/>
        </a:p>
      </dgm:t>
    </dgm:pt>
    <dgm:pt modelId="{759DF3A5-0D5F-4DCF-8799-2A87EE49B35C}" type="parTrans" cxnId="{C050F0D0-5D0F-46D3-A84D-EE9B92D4952F}">
      <dgm:prSet/>
      <dgm:spPr/>
      <dgm:t>
        <a:bodyPr/>
        <a:lstStyle/>
        <a:p>
          <a:endParaRPr lang="en-US"/>
        </a:p>
      </dgm:t>
    </dgm:pt>
    <dgm:pt modelId="{25722892-BCCE-4823-90AA-8EAD4755AF67}" type="sibTrans" cxnId="{C050F0D0-5D0F-46D3-A84D-EE9B92D4952F}">
      <dgm:prSet/>
      <dgm:spPr/>
      <dgm:t>
        <a:bodyPr/>
        <a:lstStyle/>
        <a:p>
          <a:endParaRPr lang="en-US"/>
        </a:p>
      </dgm:t>
    </dgm:pt>
    <dgm:pt modelId="{1FA78F83-D9E7-4891-A43A-5E4C9D5B4936}">
      <dgm:prSet phldrT="[Text]" custT="1"/>
      <dgm:spPr/>
      <dgm:t>
        <a:bodyPr/>
        <a:lstStyle/>
        <a:p>
          <a:r>
            <a:rPr lang="en-US" sz="2000" dirty="0" smtClean="0"/>
            <a:t>SECONDARY</a:t>
          </a:r>
          <a:endParaRPr lang="en-US" sz="2900" dirty="0"/>
        </a:p>
      </dgm:t>
    </dgm:pt>
    <dgm:pt modelId="{1179B083-AE80-42C1-9BFC-6405C8C43E4A}" type="parTrans" cxnId="{F7C970D5-78A0-472A-B511-2F69C5CF7752}">
      <dgm:prSet/>
      <dgm:spPr/>
      <dgm:t>
        <a:bodyPr/>
        <a:lstStyle/>
        <a:p>
          <a:endParaRPr lang="en-US"/>
        </a:p>
      </dgm:t>
    </dgm:pt>
    <dgm:pt modelId="{4FB7DA66-4A23-4A80-891D-5FE35C2C5FBE}" type="sibTrans" cxnId="{F7C970D5-78A0-472A-B511-2F69C5CF7752}">
      <dgm:prSet/>
      <dgm:spPr/>
      <dgm:t>
        <a:bodyPr/>
        <a:lstStyle/>
        <a:p>
          <a:endParaRPr lang="en-US"/>
        </a:p>
      </dgm:t>
    </dgm:pt>
    <dgm:pt modelId="{685D2573-E9B8-496D-BB58-4BB2A12B3C1D}">
      <dgm:prSet phldrT="[Text]" custT="1"/>
      <dgm:spPr/>
      <dgm:t>
        <a:bodyPr/>
        <a:lstStyle/>
        <a:p>
          <a:r>
            <a:rPr lang="sr-Cyrl-RS" sz="1400" dirty="0" smtClean="0"/>
            <a:t>Реплицира </a:t>
          </a:r>
          <a:r>
            <a:rPr lang="en-US" sz="1400" dirty="0" err="1" smtClean="0"/>
            <a:t>oplog</a:t>
          </a:r>
          <a:endParaRPr lang="en-US" sz="1400" dirty="0"/>
        </a:p>
      </dgm:t>
    </dgm:pt>
    <dgm:pt modelId="{49F01A8D-326A-43C0-AED3-160FF08BCCA3}" type="parTrans" cxnId="{5463C307-C9FE-4170-B880-01F5CC429CDE}">
      <dgm:prSet/>
      <dgm:spPr/>
      <dgm:t>
        <a:bodyPr/>
        <a:lstStyle/>
        <a:p>
          <a:endParaRPr lang="en-US"/>
        </a:p>
      </dgm:t>
    </dgm:pt>
    <dgm:pt modelId="{45AA6B47-5ED0-4345-8B8D-73E26C7E8461}" type="sibTrans" cxnId="{5463C307-C9FE-4170-B880-01F5CC429CDE}">
      <dgm:prSet/>
      <dgm:spPr/>
      <dgm:t>
        <a:bodyPr/>
        <a:lstStyle/>
        <a:p>
          <a:endParaRPr lang="en-US"/>
        </a:p>
      </dgm:t>
    </dgm:pt>
    <dgm:pt modelId="{5CD9743B-C963-466D-BC59-51AA5007FE10}">
      <dgm:prSet phldrT="[Text]" custT="1"/>
      <dgm:spPr/>
      <dgm:t>
        <a:bodyPr/>
        <a:lstStyle/>
        <a:p>
          <a:r>
            <a:rPr lang="en-US" sz="2000" dirty="0" smtClean="0"/>
            <a:t>ARBITER</a:t>
          </a:r>
          <a:endParaRPr lang="en-US" sz="2000" dirty="0"/>
        </a:p>
      </dgm:t>
    </dgm:pt>
    <dgm:pt modelId="{6E2DF8D2-3D3C-4B13-A31E-EE3BE5E7F04C}" type="parTrans" cxnId="{F7A94259-9D74-47F9-BA1F-7F2C2B55B828}">
      <dgm:prSet/>
      <dgm:spPr/>
      <dgm:t>
        <a:bodyPr/>
        <a:lstStyle/>
        <a:p>
          <a:endParaRPr lang="en-US"/>
        </a:p>
      </dgm:t>
    </dgm:pt>
    <dgm:pt modelId="{046EFE3B-EF06-40DB-A697-7721527A82F1}" type="sibTrans" cxnId="{F7A94259-9D74-47F9-BA1F-7F2C2B55B828}">
      <dgm:prSet/>
      <dgm:spPr/>
      <dgm:t>
        <a:bodyPr/>
        <a:lstStyle/>
        <a:p>
          <a:endParaRPr lang="en-US"/>
        </a:p>
      </dgm:t>
    </dgm:pt>
    <dgm:pt modelId="{5B81B821-50A2-42C3-97AC-FE4E0EFE2EB2}">
      <dgm:prSet phldrT="[Text]" custT="1"/>
      <dgm:spPr/>
      <dgm:t>
        <a:bodyPr/>
        <a:lstStyle/>
        <a:p>
          <a:r>
            <a:rPr lang="sr-Cyrl-RS" sz="1400" dirty="0" smtClean="0"/>
            <a:t>Учествује у гласању</a:t>
          </a:r>
          <a:endParaRPr lang="en-US" sz="1400" dirty="0"/>
        </a:p>
      </dgm:t>
    </dgm:pt>
    <dgm:pt modelId="{9180508D-DD11-471D-B30C-40C26A910D0C}" type="parTrans" cxnId="{6B11ACC3-4D76-45AD-8F83-0BF6BA0CAFEC}">
      <dgm:prSet/>
      <dgm:spPr/>
      <dgm:t>
        <a:bodyPr/>
        <a:lstStyle/>
        <a:p>
          <a:endParaRPr lang="en-US"/>
        </a:p>
      </dgm:t>
    </dgm:pt>
    <dgm:pt modelId="{74431767-0A17-47BD-92A3-2C3E61C39732}" type="sibTrans" cxnId="{6B11ACC3-4D76-45AD-8F83-0BF6BA0CAFEC}">
      <dgm:prSet/>
      <dgm:spPr/>
      <dgm:t>
        <a:bodyPr/>
        <a:lstStyle/>
        <a:p>
          <a:endParaRPr lang="en-US"/>
        </a:p>
      </dgm:t>
    </dgm:pt>
    <dgm:pt modelId="{82429D77-9E3A-4733-A010-01628471B60F}">
      <dgm:prSet phldrT="[Text]" custT="1"/>
      <dgm:spPr/>
      <dgm:t>
        <a:bodyPr/>
        <a:lstStyle/>
        <a:p>
          <a:r>
            <a:rPr lang="sr-Cyrl-RS" sz="1400" dirty="0" smtClean="0"/>
            <a:t>Може да опслужује читање</a:t>
          </a:r>
          <a:endParaRPr lang="en-US" sz="1400" dirty="0"/>
        </a:p>
      </dgm:t>
    </dgm:pt>
    <dgm:pt modelId="{54CB0FF8-ED27-44F4-BAAE-D6D7781600A5}" type="parTrans" cxnId="{5431BC04-1E6C-4FA8-8BC4-83782E417C3E}">
      <dgm:prSet/>
      <dgm:spPr/>
      <dgm:t>
        <a:bodyPr/>
        <a:lstStyle/>
        <a:p>
          <a:endParaRPr lang="en-US"/>
        </a:p>
      </dgm:t>
    </dgm:pt>
    <dgm:pt modelId="{341657AE-4AF6-4053-9BCB-9898B3CEB704}" type="sibTrans" cxnId="{5431BC04-1E6C-4FA8-8BC4-83782E417C3E}">
      <dgm:prSet/>
      <dgm:spPr/>
      <dgm:t>
        <a:bodyPr/>
        <a:lstStyle/>
        <a:p>
          <a:endParaRPr lang="en-US"/>
        </a:p>
      </dgm:t>
    </dgm:pt>
    <dgm:pt modelId="{0DB24E9C-4FD1-4405-8D78-4FEC723BFB71}">
      <dgm:prSet phldrT="[Text]" custT="1"/>
      <dgm:spPr/>
      <dgm:t>
        <a:bodyPr/>
        <a:lstStyle/>
        <a:p>
          <a:r>
            <a:rPr lang="sr-Cyrl-RS" sz="1400" dirty="0" smtClean="0"/>
            <a:t>Једини чвор који прима уписе података</a:t>
          </a:r>
          <a:endParaRPr lang="en-US" sz="1400" dirty="0"/>
        </a:p>
      </dgm:t>
    </dgm:pt>
    <dgm:pt modelId="{C26E8357-2C42-47E9-AF0B-8F45829E8557}" type="parTrans" cxnId="{313FB60A-22B7-4C6F-8DC6-FF300C2CD028}">
      <dgm:prSet/>
      <dgm:spPr/>
      <dgm:t>
        <a:bodyPr/>
        <a:lstStyle/>
        <a:p>
          <a:endParaRPr lang="en-US"/>
        </a:p>
      </dgm:t>
    </dgm:pt>
    <dgm:pt modelId="{873BCC23-6495-4A03-875F-9C5DF7D960E9}" type="sibTrans" cxnId="{313FB60A-22B7-4C6F-8DC6-FF300C2CD028}">
      <dgm:prSet/>
      <dgm:spPr/>
      <dgm:t>
        <a:bodyPr/>
        <a:lstStyle/>
        <a:p>
          <a:endParaRPr lang="en-US"/>
        </a:p>
      </dgm:t>
    </dgm:pt>
    <dgm:pt modelId="{60984E54-0304-4404-B9CF-7C389A3E2C03}">
      <dgm:prSet phldrT="[Text]" custT="1"/>
      <dgm:spPr/>
      <dgm:t>
        <a:bodyPr/>
        <a:lstStyle/>
        <a:p>
          <a:r>
            <a:rPr lang="sr-Cyrl-RS" sz="1400" dirty="0" smtClean="0"/>
            <a:t>Не чува пдоатке</a:t>
          </a:r>
          <a:endParaRPr lang="en-US" sz="1400" dirty="0"/>
        </a:p>
      </dgm:t>
    </dgm:pt>
    <dgm:pt modelId="{8CF5BC0E-B46E-4826-A990-C84EF595F251}" type="parTrans" cxnId="{1CD31196-04FB-4061-AF7E-5D032DA0B49E}">
      <dgm:prSet/>
      <dgm:spPr/>
      <dgm:t>
        <a:bodyPr/>
        <a:lstStyle/>
        <a:p>
          <a:endParaRPr lang="en-US"/>
        </a:p>
      </dgm:t>
    </dgm:pt>
    <dgm:pt modelId="{C4F80BFC-919C-4B75-8752-4A05AFF1D103}" type="sibTrans" cxnId="{1CD31196-04FB-4061-AF7E-5D032DA0B49E}">
      <dgm:prSet/>
      <dgm:spPr/>
      <dgm:t>
        <a:bodyPr/>
        <a:lstStyle/>
        <a:p>
          <a:endParaRPr lang="en-US"/>
        </a:p>
      </dgm:t>
    </dgm:pt>
    <dgm:pt modelId="{17AB72B9-318B-479F-AECE-50625F6B9778}" type="pres">
      <dgm:prSet presAssocID="{ABDFD113-972D-463D-AA4F-D215D8F1C153}" presName="Name0" presStyleCnt="0">
        <dgm:presLayoutVars>
          <dgm:dir/>
          <dgm:animLvl val="lvl"/>
          <dgm:resizeHandles val="exact"/>
        </dgm:presLayoutVars>
      </dgm:prSet>
      <dgm:spPr/>
    </dgm:pt>
    <dgm:pt modelId="{2B9ABAFE-00D3-42D2-A63E-6C9E46B73647}" type="pres">
      <dgm:prSet presAssocID="{051ED172-9E7F-4035-8153-B8E097EF5743}" presName="composite" presStyleCnt="0"/>
      <dgm:spPr/>
    </dgm:pt>
    <dgm:pt modelId="{6B100E94-FCE1-4300-B693-54ADA06FC261}" type="pres">
      <dgm:prSet presAssocID="{051ED172-9E7F-4035-8153-B8E097EF5743}" presName="parTx" presStyleLbl="alignNode1" presStyleIdx="0" presStyleCnt="3" custLinFactNeighborX="-131" custLinFactNeighborY="234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D705C3-7E5C-4108-BE55-F5D8AFD0E33D}" type="pres">
      <dgm:prSet presAssocID="{051ED172-9E7F-4035-8153-B8E097EF5743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DCFE61-162C-4A99-A465-1CFC7593C06C}" type="pres">
      <dgm:prSet presAssocID="{6F9BD582-8E81-430B-BF4A-116ADFD42455}" presName="space" presStyleCnt="0"/>
      <dgm:spPr/>
    </dgm:pt>
    <dgm:pt modelId="{BF824D61-94C6-4B36-865D-BE22DD9C5D64}" type="pres">
      <dgm:prSet presAssocID="{1FA78F83-D9E7-4891-A43A-5E4C9D5B4936}" presName="composite" presStyleCnt="0"/>
      <dgm:spPr/>
    </dgm:pt>
    <dgm:pt modelId="{B839FC13-DA4E-4D6A-8989-2CFE9E2C6D6F}" type="pres">
      <dgm:prSet presAssocID="{1FA78F83-D9E7-4891-A43A-5E4C9D5B493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F207569-F5AF-42FF-A574-E3B00BA4E64F}" type="pres">
      <dgm:prSet presAssocID="{1FA78F83-D9E7-4891-A43A-5E4C9D5B4936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B9895A-5373-4C08-AF1B-2E662BCD2851}" type="pres">
      <dgm:prSet presAssocID="{4FB7DA66-4A23-4A80-891D-5FE35C2C5FBE}" presName="space" presStyleCnt="0"/>
      <dgm:spPr/>
    </dgm:pt>
    <dgm:pt modelId="{8BA448E3-45AE-41FC-BB1D-7C46B96271C0}" type="pres">
      <dgm:prSet presAssocID="{5CD9743B-C963-466D-BC59-51AA5007FE10}" presName="composite" presStyleCnt="0"/>
      <dgm:spPr/>
    </dgm:pt>
    <dgm:pt modelId="{E7A92CCB-7F55-4F7D-98F6-6B6DB8ABEF80}" type="pres">
      <dgm:prSet presAssocID="{5CD9743B-C963-466D-BC59-51AA5007FE1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F46E5E5-244F-40CE-B1CC-4D767469926C}" type="pres">
      <dgm:prSet presAssocID="{5CD9743B-C963-466D-BC59-51AA5007FE10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222BF07-1081-455A-800C-83AFB00E541C}" type="presOf" srcId="{0DB24E9C-4FD1-4405-8D78-4FEC723BFB71}" destId="{CED705C3-7E5C-4108-BE55-F5D8AFD0E33D}" srcOrd="0" destOrd="1" presId="urn:microsoft.com/office/officeart/2005/8/layout/hList1"/>
    <dgm:cxn modelId="{1CD31196-04FB-4061-AF7E-5D032DA0B49E}" srcId="{5CD9743B-C963-466D-BC59-51AA5007FE10}" destId="{60984E54-0304-4404-B9CF-7C389A3E2C03}" srcOrd="1" destOrd="0" parTransId="{8CF5BC0E-B46E-4826-A990-C84EF595F251}" sibTransId="{C4F80BFC-919C-4B75-8752-4A05AFF1D103}"/>
    <dgm:cxn modelId="{A9B5F990-B62C-455B-B627-2F4EB60B5DAB}" type="presOf" srcId="{ABDFD113-972D-463D-AA4F-D215D8F1C153}" destId="{17AB72B9-318B-479F-AECE-50625F6B9778}" srcOrd="0" destOrd="0" presId="urn:microsoft.com/office/officeart/2005/8/layout/hList1"/>
    <dgm:cxn modelId="{6B11ACC3-4D76-45AD-8F83-0BF6BA0CAFEC}" srcId="{5CD9743B-C963-466D-BC59-51AA5007FE10}" destId="{5B81B821-50A2-42C3-97AC-FE4E0EFE2EB2}" srcOrd="0" destOrd="0" parTransId="{9180508D-DD11-471D-B30C-40C26A910D0C}" sibTransId="{74431767-0A17-47BD-92A3-2C3E61C39732}"/>
    <dgm:cxn modelId="{5431BC04-1E6C-4FA8-8BC4-83782E417C3E}" srcId="{1FA78F83-D9E7-4891-A43A-5E4C9D5B4936}" destId="{82429D77-9E3A-4733-A010-01628471B60F}" srcOrd="1" destOrd="0" parTransId="{54CB0FF8-ED27-44F4-BAAE-D6D7781600A5}" sibTransId="{341657AE-4AF6-4053-9BCB-9898B3CEB704}"/>
    <dgm:cxn modelId="{F47681F5-EDFA-4D90-90C7-F2A949C2DD78}" type="presOf" srcId="{60984E54-0304-4404-B9CF-7C389A3E2C03}" destId="{DF46E5E5-244F-40CE-B1CC-4D767469926C}" srcOrd="0" destOrd="1" presId="urn:microsoft.com/office/officeart/2005/8/layout/hList1"/>
    <dgm:cxn modelId="{C050F0D0-5D0F-46D3-A84D-EE9B92D4952F}" srcId="{051ED172-9E7F-4035-8153-B8E097EF5743}" destId="{31DB9CFC-52A0-4E09-A9AA-80F31F42C632}" srcOrd="0" destOrd="0" parTransId="{759DF3A5-0D5F-4DCF-8799-2A87EE49B35C}" sibTransId="{25722892-BCCE-4823-90AA-8EAD4755AF67}"/>
    <dgm:cxn modelId="{AEF2204D-2BFF-4664-8599-6F111629FA6C}" type="presOf" srcId="{82429D77-9E3A-4733-A010-01628471B60F}" destId="{6F207569-F5AF-42FF-A574-E3B00BA4E64F}" srcOrd="0" destOrd="1" presId="urn:microsoft.com/office/officeart/2005/8/layout/hList1"/>
    <dgm:cxn modelId="{F7C970D5-78A0-472A-B511-2F69C5CF7752}" srcId="{ABDFD113-972D-463D-AA4F-D215D8F1C153}" destId="{1FA78F83-D9E7-4891-A43A-5E4C9D5B4936}" srcOrd="1" destOrd="0" parTransId="{1179B083-AE80-42C1-9BFC-6405C8C43E4A}" sibTransId="{4FB7DA66-4A23-4A80-891D-5FE35C2C5FBE}"/>
    <dgm:cxn modelId="{313FB60A-22B7-4C6F-8DC6-FF300C2CD028}" srcId="{051ED172-9E7F-4035-8153-B8E097EF5743}" destId="{0DB24E9C-4FD1-4405-8D78-4FEC723BFB71}" srcOrd="1" destOrd="0" parTransId="{C26E8357-2C42-47E9-AF0B-8F45829E8557}" sibTransId="{873BCC23-6495-4A03-875F-9C5DF7D960E9}"/>
    <dgm:cxn modelId="{9C5F8EE7-DB16-4820-B794-C5417170BE9A}" type="presOf" srcId="{051ED172-9E7F-4035-8153-B8E097EF5743}" destId="{6B100E94-FCE1-4300-B693-54ADA06FC261}" srcOrd="0" destOrd="0" presId="urn:microsoft.com/office/officeart/2005/8/layout/hList1"/>
    <dgm:cxn modelId="{EE2E785F-84C2-476C-8DA8-ADFAD7D566C2}" type="presOf" srcId="{685D2573-E9B8-496D-BB58-4BB2A12B3C1D}" destId="{6F207569-F5AF-42FF-A574-E3B00BA4E64F}" srcOrd="0" destOrd="0" presId="urn:microsoft.com/office/officeart/2005/8/layout/hList1"/>
    <dgm:cxn modelId="{5463C307-C9FE-4170-B880-01F5CC429CDE}" srcId="{1FA78F83-D9E7-4891-A43A-5E4C9D5B4936}" destId="{685D2573-E9B8-496D-BB58-4BB2A12B3C1D}" srcOrd="0" destOrd="0" parTransId="{49F01A8D-326A-43C0-AED3-160FF08BCCA3}" sibTransId="{45AA6B47-5ED0-4345-8B8D-73E26C7E8461}"/>
    <dgm:cxn modelId="{0B6B8830-2CFC-4164-8634-6B0100E17534}" type="presOf" srcId="{1FA78F83-D9E7-4891-A43A-5E4C9D5B4936}" destId="{B839FC13-DA4E-4D6A-8989-2CFE9E2C6D6F}" srcOrd="0" destOrd="0" presId="urn:microsoft.com/office/officeart/2005/8/layout/hList1"/>
    <dgm:cxn modelId="{ECDDAA80-B753-4ECC-863F-02CCA3956508}" type="presOf" srcId="{5CD9743B-C963-466D-BC59-51AA5007FE10}" destId="{E7A92CCB-7F55-4F7D-98F6-6B6DB8ABEF80}" srcOrd="0" destOrd="0" presId="urn:microsoft.com/office/officeart/2005/8/layout/hList1"/>
    <dgm:cxn modelId="{F7A94259-9D74-47F9-BA1F-7F2C2B55B828}" srcId="{ABDFD113-972D-463D-AA4F-D215D8F1C153}" destId="{5CD9743B-C963-466D-BC59-51AA5007FE10}" srcOrd="2" destOrd="0" parTransId="{6E2DF8D2-3D3C-4B13-A31E-EE3BE5E7F04C}" sibTransId="{046EFE3B-EF06-40DB-A697-7721527A82F1}"/>
    <dgm:cxn modelId="{761AD795-0E6D-4FDD-AD8B-134DEEF0DBB7}" srcId="{ABDFD113-972D-463D-AA4F-D215D8F1C153}" destId="{051ED172-9E7F-4035-8153-B8E097EF5743}" srcOrd="0" destOrd="0" parTransId="{9EB52385-E306-40C1-98FA-77D85C6FB37F}" sibTransId="{6F9BD582-8E81-430B-BF4A-116ADFD42455}"/>
    <dgm:cxn modelId="{F9F941B3-BC83-4B55-915C-48077EC184CD}" type="presOf" srcId="{31DB9CFC-52A0-4E09-A9AA-80F31F42C632}" destId="{CED705C3-7E5C-4108-BE55-F5D8AFD0E33D}" srcOrd="0" destOrd="0" presId="urn:microsoft.com/office/officeart/2005/8/layout/hList1"/>
    <dgm:cxn modelId="{90EF5617-5A8F-47B8-81EF-84956FF1BADD}" type="presOf" srcId="{5B81B821-50A2-42C3-97AC-FE4E0EFE2EB2}" destId="{DF46E5E5-244F-40CE-B1CC-4D767469926C}" srcOrd="0" destOrd="0" presId="urn:microsoft.com/office/officeart/2005/8/layout/hList1"/>
    <dgm:cxn modelId="{9C4B9B46-D665-4E3D-B96B-37865C531D2B}" type="presParOf" srcId="{17AB72B9-318B-479F-AECE-50625F6B9778}" destId="{2B9ABAFE-00D3-42D2-A63E-6C9E46B73647}" srcOrd="0" destOrd="0" presId="urn:microsoft.com/office/officeart/2005/8/layout/hList1"/>
    <dgm:cxn modelId="{50CD3131-3D85-42C3-A388-12E92C3167FB}" type="presParOf" srcId="{2B9ABAFE-00D3-42D2-A63E-6C9E46B73647}" destId="{6B100E94-FCE1-4300-B693-54ADA06FC261}" srcOrd="0" destOrd="0" presId="urn:microsoft.com/office/officeart/2005/8/layout/hList1"/>
    <dgm:cxn modelId="{42BB840A-5D22-430A-87C2-A33E51C079E7}" type="presParOf" srcId="{2B9ABAFE-00D3-42D2-A63E-6C9E46B73647}" destId="{CED705C3-7E5C-4108-BE55-F5D8AFD0E33D}" srcOrd="1" destOrd="0" presId="urn:microsoft.com/office/officeart/2005/8/layout/hList1"/>
    <dgm:cxn modelId="{A8C0A1A0-0B74-4A1E-9885-A2B69A592CBE}" type="presParOf" srcId="{17AB72B9-318B-479F-AECE-50625F6B9778}" destId="{63DCFE61-162C-4A99-A465-1CFC7593C06C}" srcOrd="1" destOrd="0" presId="urn:microsoft.com/office/officeart/2005/8/layout/hList1"/>
    <dgm:cxn modelId="{A2453175-4A75-400F-8013-6ADA8CD9EDD7}" type="presParOf" srcId="{17AB72B9-318B-479F-AECE-50625F6B9778}" destId="{BF824D61-94C6-4B36-865D-BE22DD9C5D64}" srcOrd="2" destOrd="0" presId="urn:microsoft.com/office/officeart/2005/8/layout/hList1"/>
    <dgm:cxn modelId="{0982403A-37FE-47F3-99A7-675F7F2C615E}" type="presParOf" srcId="{BF824D61-94C6-4B36-865D-BE22DD9C5D64}" destId="{B839FC13-DA4E-4D6A-8989-2CFE9E2C6D6F}" srcOrd="0" destOrd="0" presId="urn:microsoft.com/office/officeart/2005/8/layout/hList1"/>
    <dgm:cxn modelId="{3BCCA05C-437F-4385-9DB2-466637E4DDFB}" type="presParOf" srcId="{BF824D61-94C6-4B36-865D-BE22DD9C5D64}" destId="{6F207569-F5AF-42FF-A574-E3B00BA4E64F}" srcOrd="1" destOrd="0" presId="urn:microsoft.com/office/officeart/2005/8/layout/hList1"/>
    <dgm:cxn modelId="{97322E33-DECE-4BC3-BDE5-8AC66BEEAD10}" type="presParOf" srcId="{17AB72B9-318B-479F-AECE-50625F6B9778}" destId="{03B9895A-5373-4C08-AF1B-2E662BCD2851}" srcOrd="3" destOrd="0" presId="urn:microsoft.com/office/officeart/2005/8/layout/hList1"/>
    <dgm:cxn modelId="{511E24DC-FB64-40D8-88C4-FD209F261E54}" type="presParOf" srcId="{17AB72B9-318B-479F-AECE-50625F6B9778}" destId="{8BA448E3-45AE-41FC-BB1D-7C46B96271C0}" srcOrd="4" destOrd="0" presId="urn:microsoft.com/office/officeart/2005/8/layout/hList1"/>
    <dgm:cxn modelId="{A122DB4E-6319-4169-825F-5F6DBA9CC971}" type="presParOf" srcId="{8BA448E3-45AE-41FC-BB1D-7C46B96271C0}" destId="{E7A92CCB-7F55-4F7D-98F6-6B6DB8ABEF80}" srcOrd="0" destOrd="0" presId="urn:microsoft.com/office/officeart/2005/8/layout/hList1"/>
    <dgm:cxn modelId="{5149C08A-41E9-4B04-BDE4-A475445FCC85}" type="presParOf" srcId="{8BA448E3-45AE-41FC-BB1D-7C46B96271C0}" destId="{DF46E5E5-244F-40CE-B1CC-4D767469926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DFD113-972D-463D-AA4F-D215D8F1C153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51ED172-9E7F-4035-8153-B8E097EF5743}">
      <dgm:prSet phldrT="[Text]" custT="1"/>
      <dgm:spPr/>
      <dgm:t>
        <a:bodyPr/>
        <a:lstStyle/>
        <a:p>
          <a:r>
            <a:rPr lang="en-US" sz="1600" dirty="0" smtClean="0"/>
            <a:t>Primary </a:t>
          </a:r>
          <a:r>
            <a:rPr lang="sr-Cyrl-RS" sz="1600" dirty="0" smtClean="0"/>
            <a:t>пада</a:t>
          </a:r>
          <a:endParaRPr lang="en-US" sz="2400" dirty="0"/>
        </a:p>
      </dgm:t>
    </dgm:pt>
    <dgm:pt modelId="{9EB52385-E306-40C1-98FA-77D85C6FB37F}" type="parTrans" cxnId="{761AD795-0E6D-4FDD-AD8B-134DEEF0DBB7}">
      <dgm:prSet/>
      <dgm:spPr/>
      <dgm:t>
        <a:bodyPr/>
        <a:lstStyle/>
        <a:p>
          <a:endParaRPr lang="en-US"/>
        </a:p>
      </dgm:t>
    </dgm:pt>
    <dgm:pt modelId="{6F9BD582-8E81-430B-BF4A-116ADFD42455}" type="sibTrans" cxnId="{761AD795-0E6D-4FDD-AD8B-134DEEF0DBB7}">
      <dgm:prSet/>
      <dgm:spPr/>
      <dgm:t>
        <a:bodyPr/>
        <a:lstStyle/>
        <a:p>
          <a:endParaRPr lang="en-US"/>
        </a:p>
      </dgm:t>
    </dgm:pt>
    <dgm:pt modelId="{31DB9CFC-52A0-4E09-A9AA-80F31F42C632}">
      <dgm:prSet phldrT="[Text]" custT="1"/>
      <dgm:spPr/>
      <dgm:t>
        <a:bodyPr/>
        <a:lstStyle/>
        <a:p>
          <a:r>
            <a:rPr lang="sr-Cyrl-RS" sz="1400" dirty="0" smtClean="0"/>
            <a:t>Неке операције нису реплициране на већину</a:t>
          </a:r>
          <a:endParaRPr lang="en-US" sz="1400" dirty="0"/>
        </a:p>
      </dgm:t>
    </dgm:pt>
    <dgm:pt modelId="{759DF3A5-0D5F-4DCF-8799-2A87EE49B35C}" type="parTrans" cxnId="{C050F0D0-5D0F-46D3-A84D-EE9B92D4952F}">
      <dgm:prSet/>
      <dgm:spPr/>
      <dgm:t>
        <a:bodyPr/>
        <a:lstStyle/>
        <a:p>
          <a:endParaRPr lang="en-US"/>
        </a:p>
      </dgm:t>
    </dgm:pt>
    <dgm:pt modelId="{25722892-BCCE-4823-90AA-8EAD4755AF67}" type="sibTrans" cxnId="{C050F0D0-5D0F-46D3-A84D-EE9B92D4952F}">
      <dgm:prSet/>
      <dgm:spPr/>
      <dgm:t>
        <a:bodyPr/>
        <a:lstStyle/>
        <a:p>
          <a:endParaRPr lang="en-US"/>
        </a:p>
      </dgm:t>
    </dgm:pt>
    <dgm:pt modelId="{1FA78F83-D9E7-4891-A43A-5E4C9D5B4936}">
      <dgm:prSet phldrT="[Text]" custT="1"/>
      <dgm:spPr/>
      <dgm:t>
        <a:bodyPr/>
        <a:lstStyle/>
        <a:p>
          <a:r>
            <a:rPr lang="en-US" sz="1600" dirty="0" smtClean="0"/>
            <a:t>Election</a:t>
          </a:r>
          <a:endParaRPr lang="en-US" sz="2900" dirty="0"/>
        </a:p>
      </dgm:t>
    </dgm:pt>
    <dgm:pt modelId="{1179B083-AE80-42C1-9BFC-6405C8C43E4A}" type="parTrans" cxnId="{F7C970D5-78A0-472A-B511-2F69C5CF7752}">
      <dgm:prSet/>
      <dgm:spPr/>
      <dgm:t>
        <a:bodyPr/>
        <a:lstStyle/>
        <a:p>
          <a:endParaRPr lang="en-US"/>
        </a:p>
      </dgm:t>
    </dgm:pt>
    <dgm:pt modelId="{4FB7DA66-4A23-4A80-891D-5FE35C2C5FBE}" type="sibTrans" cxnId="{F7C970D5-78A0-472A-B511-2F69C5CF7752}">
      <dgm:prSet/>
      <dgm:spPr/>
      <dgm:t>
        <a:bodyPr/>
        <a:lstStyle/>
        <a:p>
          <a:endParaRPr lang="en-US"/>
        </a:p>
      </dgm:t>
    </dgm:pt>
    <dgm:pt modelId="{685D2573-E9B8-496D-BB58-4BB2A12B3C1D}">
      <dgm:prSet phldrT="[Text]" custT="1"/>
      <dgm:spPr/>
      <dgm:t>
        <a:bodyPr/>
        <a:lstStyle/>
        <a:p>
          <a:r>
            <a:rPr lang="sr-Cyrl-RS" sz="1400" dirty="0" smtClean="0"/>
            <a:t>Секундарни чвор постаје </a:t>
          </a:r>
          <a:r>
            <a:rPr lang="en-US" sz="1400" dirty="0" smtClean="0"/>
            <a:t>Primary</a:t>
          </a:r>
          <a:endParaRPr lang="en-US" sz="1400" dirty="0"/>
        </a:p>
      </dgm:t>
    </dgm:pt>
    <dgm:pt modelId="{49F01A8D-326A-43C0-AED3-160FF08BCCA3}" type="parTrans" cxnId="{5463C307-C9FE-4170-B880-01F5CC429CDE}">
      <dgm:prSet/>
      <dgm:spPr/>
      <dgm:t>
        <a:bodyPr/>
        <a:lstStyle/>
        <a:p>
          <a:endParaRPr lang="en-US"/>
        </a:p>
      </dgm:t>
    </dgm:pt>
    <dgm:pt modelId="{45AA6B47-5ED0-4345-8B8D-73E26C7E8461}" type="sibTrans" cxnId="{5463C307-C9FE-4170-B880-01F5CC429CDE}">
      <dgm:prSet/>
      <dgm:spPr/>
      <dgm:t>
        <a:bodyPr/>
        <a:lstStyle/>
        <a:p>
          <a:endParaRPr lang="en-US"/>
        </a:p>
      </dgm:t>
    </dgm:pt>
    <dgm:pt modelId="{5CD9743B-C963-466D-BC59-51AA5007FE10}">
      <dgm:prSet phldrT="[Text]" custT="1"/>
      <dgm:spPr/>
      <dgm:t>
        <a:bodyPr/>
        <a:lstStyle/>
        <a:p>
          <a:r>
            <a:rPr lang="en-US" sz="1600" dirty="0" smtClean="0"/>
            <a:t>Rollback</a:t>
          </a:r>
          <a:endParaRPr lang="en-US" sz="2000" dirty="0"/>
        </a:p>
      </dgm:t>
    </dgm:pt>
    <dgm:pt modelId="{6E2DF8D2-3D3C-4B13-A31E-EE3BE5E7F04C}" type="parTrans" cxnId="{F7A94259-9D74-47F9-BA1F-7F2C2B55B828}">
      <dgm:prSet/>
      <dgm:spPr/>
      <dgm:t>
        <a:bodyPr/>
        <a:lstStyle/>
        <a:p>
          <a:endParaRPr lang="en-US"/>
        </a:p>
      </dgm:t>
    </dgm:pt>
    <dgm:pt modelId="{046EFE3B-EF06-40DB-A697-7721527A82F1}" type="sibTrans" cxnId="{F7A94259-9D74-47F9-BA1F-7F2C2B55B828}">
      <dgm:prSet/>
      <dgm:spPr/>
      <dgm:t>
        <a:bodyPr/>
        <a:lstStyle/>
        <a:p>
          <a:endParaRPr lang="en-US"/>
        </a:p>
      </dgm:t>
    </dgm:pt>
    <dgm:pt modelId="{5B81B821-50A2-42C3-97AC-FE4E0EFE2EB2}">
      <dgm:prSet phldrT="[Text]" custT="1"/>
      <dgm:spPr/>
      <dgm:t>
        <a:bodyPr/>
        <a:lstStyle/>
        <a:p>
          <a:r>
            <a:rPr lang="sr-Cyrl-RS" sz="1400" dirty="0" smtClean="0"/>
            <a:t>Старе операције се поништавају: конзистентна историја</a:t>
          </a:r>
          <a:endParaRPr lang="en-US" sz="1400" dirty="0"/>
        </a:p>
      </dgm:t>
    </dgm:pt>
    <dgm:pt modelId="{9180508D-DD11-471D-B30C-40C26A910D0C}" type="parTrans" cxnId="{6B11ACC3-4D76-45AD-8F83-0BF6BA0CAFEC}">
      <dgm:prSet/>
      <dgm:spPr/>
      <dgm:t>
        <a:bodyPr/>
        <a:lstStyle/>
        <a:p>
          <a:endParaRPr lang="en-US"/>
        </a:p>
      </dgm:t>
    </dgm:pt>
    <dgm:pt modelId="{74431767-0A17-47BD-92A3-2C3E61C39732}" type="sibTrans" cxnId="{6B11ACC3-4D76-45AD-8F83-0BF6BA0CAFEC}">
      <dgm:prSet/>
      <dgm:spPr/>
      <dgm:t>
        <a:bodyPr/>
        <a:lstStyle/>
        <a:p>
          <a:endParaRPr lang="en-US"/>
        </a:p>
      </dgm:t>
    </dgm:pt>
    <dgm:pt modelId="{17AB72B9-318B-479F-AECE-50625F6B9778}" type="pres">
      <dgm:prSet presAssocID="{ABDFD113-972D-463D-AA4F-D215D8F1C153}" presName="Name0" presStyleCnt="0">
        <dgm:presLayoutVars>
          <dgm:dir/>
          <dgm:animLvl val="lvl"/>
          <dgm:resizeHandles val="exact"/>
        </dgm:presLayoutVars>
      </dgm:prSet>
      <dgm:spPr/>
    </dgm:pt>
    <dgm:pt modelId="{2B9ABAFE-00D3-42D2-A63E-6C9E46B73647}" type="pres">
      <dgm:prSet presAssocID="{051ED172-9E7F-4035-8153-B8E097EF5743}" presName="composite" presStyleCnt="0"/>
      <dgm:spPr/>
    </dgm:pt>
    <dgm:pt modelId="{6B100E94-FCE1-4300-B693-54ADA06FC261}" type="pres">
      <dgm:prSet presAssocID="{051ED172-9E7F-4035-8153-B8E097EF5743}" presName="parTx" presStyleLbl="alignNode1" presStyleIdx="0" presStyleCnt="3" custLinFactNeighborX="-131" custLinFactNeighborY="234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D705C3-7E5C-4108-BE55-F5D8AFD0E33D}" type="pres">
      <dgm:prSet presAssocID="{051ED172-9E7F-4035-8153-B8E097EF5743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DCFE61-162C-4A99-A465-1CFC7593C06C}" type="pres">
      <dgm:prSet presAssocID="{6F9BD582-8E81-430B-BF4A-116ADFD42455}" presName="space" presStyleCnt="0"/>
      <dgm:spPr/>
    </dgm:pt>
    <dgm:pt modelId="{BF824D61-94C6-4B36-865D-BE22DD9C5D64}" type="pres">
      <dgm:prSet presAssocID="{1FA78F83-D9E7-4891-A43A-5E4C9D5B4936}" presName="composite" presStyleCnt="0"/>
      <dgm:spPr/>
    </dgm:pt>
    <dgm:pt modelId="{B839FC13-DA4E-4D6A-8989-2CFE9E2C6D6F}" type="pres">
      <dgm:prSet presAssocID="{1FA78F83-D9E7-4891-A43A-5E4C9D5B493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F207569-F5AF-42FF-A574-E3B00BA4E64F}" type="pres">
      <dgm:prSet presAssocID="{1FA78F83-D9E7-4891-A43A-5E4C9D5B4936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B9895A-5373-4C08-AF1B-2E662BCD2851}" type="pres">
      <dgm:prSet presAssocID="{4FB7DA66-4A23-4A80-891D-5FE35C2C5FBE}" presName="space" presStyleCnt="0"/>
      <dgm:spPr/>
    </dgm:pt>
    <dgm:pt modelId="{8BA448E3-45AE-41FC-BB1D-7C46B96271C0}" type="pres">
      <dgm:prSet presAssocID="{5CD9743B-C963-466D-BC59-51AA5007FE10}" presName="composite" presStyleCnt="0"/>
      <dgm:spPr/>
    </dgm:pt>
    <dgm:pt modelId="{E7A92CCB-7F55-4F7D-98F6-6B6DB8ABEF80}" type="pres">
      <dgm:prSet presAssocID="{5CD9743B-C963-466D-BC59-51AA5007FE1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F46E5E5-244F-40CE-B1CC-4D767469926C}" type="pres">
      <dgm:prSet presAssocID="{5CD9743B-C963-466D-BC59-51AA5007FE10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9B5F990-B62C-455B-B627-2F4EB60B5DAB}" type="presOf" srcId="{ABDFD113-972D-463D-AA4F-D215D8F1C153}" destId="{17AB72B9-318B-479F-AECE-50625F6B9778}" srcOrd="0" destOrd="0" presId="urn:microsoft.com/office/officeart/2005/8/layout/hList1"/>
    <dgm:cxn modelId="{6B11ACC3-4D76-45AD-8F83-0BF6BA0CAFEC}" srcId="{5CD9743B-C963-466D-BC59-51AA5007FE10}" destId="{5B81B821-50A2-42C3-97AC-FE4E0EFE2EB2}" srcOrd="0" destOrd="0" parTransId="{9180508D-DD11-471D-B30C-40C26A910D0C}" sibTransId="{74431767-0A17-47BD-92A3-2C3E61C39732}"/>
    <dgm:cxn modelId="{C050F0D0-5D0F-46D3-A84D-EE9B92D4952F}" srcId="{051ED172-9E7F-4035-8153-B8E097EF5743}" destId="{31DB9CFC-52A0-4E09-A9AA-80F31F42C632}" srcOrd="0" destOrd="0" parTransId="{759DF3A5-0D5F-4DCF-8799-2A87EE49B35C}" sibTransId="{25722892-BCCE-4823-90AA-8EAD4755AF67}"/>
    <dgm:cxn modelId="{F7C970D5-78A0-472A-B511-2F69C5CF7752}" srcId="{ABDFD113-972D-463D-AA4F-D215D8F1C153}" destId="{1FA78F83-D9E7-4891-A43A-5E4C9D5B4936}" srcOrd="1" destOrd="0" parTransId="{1179B083-AE80-42C1-9BFC-6405C8C43E4A}" sibTransId="{4FB7DA66-4A23-4A80-891D-5FE35C2C5FBE}"/>
    <dgm:cxn modelId="{9C5F8EE7-DB16-4820-B794-C5417170BE9A}" type="presOf" srcId="{051ED172-9E7F-4035-8153-B8E097EF5743}" destId="{6B100E94-FCE1-4300-B693-54ADA06FC261}" srcOrd="0" destOrd="0" presId="urn:microsoft.com/office/officeart/2005/8/layout/hList1"/>
    <dgm:cxn modelId="{EE2E785F-84C2-476C-8DA8-ADFAD7D566C2}" type="presOf" srcId="{685D2573-E9B8-496D-BB58-4BB2A12B3C1D}" destId="{6F207569-F5AF-42FF-A574-E3B00BA4E64F}" srcOrd="0" destOrd="0" presId="urn:microsoft.com/office/officeart/2005/8/layout/hList1"/>
    <dgm:cxn modelId="{5463C307-C9FE-4170-B880-01F5CC429CDE}" srcId="{1FA78F83-D9E7-4891-A43A-5E4C9D5B4936}" destId="{685D2573-E9B8-496D-BB58-4BB2A12B3C1D}" srcOrd="0" destOrd="0" parTransId="{49F01A8D-326A-43C0-AED3-160FF08BCCA3}" sibTransId="{45AA6B47-5ED0-4345-8B8D-73E26C7E8461}"/>
    <dgm:cxn modelId="{0B6B8830-2CFC-4164-8634-6B0100E17534}" type="presOf" srcId="{1FA78F83-D9E7-4891-A43A-5E4C9D5B4936}" destId="{B839FC13-DA4E-4D6A-8989-2CFE9E2C6D6F}" srcOrd="0" destOrd="0" presId="urn:microsoft.com/office/officeart/2005/8/layout/hList1"/>
    <dgm:cxn modelId="{ECDDAA80-B753-4ECC-863F-02CCA3956508}" type="presOf" srcId="{5CD9743B-C963-466D-BC59-51AA5007FE10}" destId="{E7A92CCB-7F55-4F7D-98F6-6B6DB8ABEF80}" srcOrd="0" destOrd="0" presId="urn:microsoft.com/office/officeart/2005/8/layout/hList1"/>
    <dgm:cxn modelId="{F7A94259-9D74-47F9-BA1F-7F2C2B55B828}" srcId="{ABDFD113-972D-463D-AA4F-D215D8F1C153}" destId="{5CD9743B-C963-466D-BC59-51AA5007FE10}" srcOrd="2" destOrd="0" parTransId="{6E2DF8D2-3D3C-4B13-A31E-EE3BE5E7F04C}" sibTransId="{046EFE3B-EF06-40DB-A697-7721527A82F1}"/>
    <dgm:cxn modelId="{761AD795-0E6D-4FDD-AD8B-134DEEF0DBB7}" srcId="{ABDFD113-972D-463D-AA4F-D215D8F1C153}" destId="{051ED172-9E7F-4035-8153-B8E097EF5743}" srcOrd="0" destOrd="0" parTransId="{9EB52385-E306-40C1-98FA-77D85C6FB37F}" sibTransId="{6F9BD582-8E81-430B-BF4A-116ADFD42455}"/>
    <dgm:cxn modelId="{90EF5617-5A8F-47B8-81EF-84956FF1BADD}" type="presOf" srcId="{5B81B821-50A2-42C3-97AC-FE4E0EFE2EB2}" destId="{DF46E5E5-244F-40CE-B1CC-4D767469926C}" srcOrd="0" destOrd="0" presId="urn:microsoft.com/office/officeart/2005/8/layout/hList1"/>
    <dgm:cxn modelId="{F9F941B3-BC83-4B55-915C-48077EC184CD}" type="presOf" srcId="{31DB9CFC-52A0-4E09-A9AA-80F31F42C632}" destId="{CED705C3-7E5C-4108-BE55-F5D8AFD0E33D}" srcOrd="0" destOrd="0" presId="urn:microsoft.com/office/officeart/2005/8/layout/hList1"/>
    <dgm:cxn modelId="{9C4B9B46-D665-4E3D-B96B-37865C531D2B}" type="presParOf" srcId="{17AB72B9-318B-479F-AECE-50625F6B9778}" destId="{2B9ABAFE-00D3-42D2-A63E-6C9E46B73647}" srcOrd="0" destOrd="0" presId="urn:microsoft.com/office/officeart/2005/8/layout/hList1"/>
    <dgm:cxn modelId="{50CD3131-3D85-42C3-A388-12E92C3167FB}" type="presParOf" srcId="{2B9ABAFE-00D3-42D2-A63E-6C9E46B73647}" destId="{6B100E94-FCE1-4300-B693-54ADA06FC261}" srcOrd="0" destOrd="0" presId="urn:microsoft.com/office/officeart/2005/8/layout/hList1"/>
    <dgm:cxn modelId="{42BB840A-5D22-430A-87C2-A33E51C079E7}" type="presParOf" srcId="{2B9ABAFE-00D3-42D2-A63E-6C9E46B73647}" destId="{CED705C3-7E5C-4108-BE55-F5D8AFD0E33D}" srcOrd="1" destOrd="0" presId="urn:microsoft.com/office/officeart/2005/8/layout/hList1"/>
    <dgm:cxn modelId="{A8C0A1A0-0B74-4A1E-9885-A2B69A592CBE}" type="presParOf" srcId="{17AB72B9-318B-479F-AECE-50625F6B9778}" destId="{63DCFE61-162C-4A99-A465-1CFC7593C06C}" srcOrd="1" destOrd="0" presId="urn:microsoft.com/office/officeart/2005/8/layout/hList1"/>
    <dgm:cxn modelId="{A2453175-4A75-400F-8013-6ADA8CD9EDD7}" type="presParOf" srcId="{17AB72B9-318B-479F-AECE-50625F6B9778}" destId="{BF824D61-94C6-4B36-865D-BE22DD9C5D64}" srcOrd="2" destOrd="0" presId="urn:microsoft.com/office/officeart/2005/8/layout/hList1"/>
    <dgm:cxn modelId="{0982403A-37FE-47F3-99A7-675F7F2C615E}" type="presParOf" srcId="{BF824D61-94C6-4B36-865D-BE22DD9C5D64}" destId="{B839FC13-DA4E-4D6A-8989-2CFE9E2C6D6F}" srcOrd="0" destOrd="0" presId="urn:microsoft.com/office/officeart/2005/8/layout/hList1"/>
    <dgm:cxn modelId="{3BCCA05C-437F-4385-9DB2-466637E4DDFB}" type="presParOf" srcId="{BF824D61-94C6-4B36-865D-BE22DD9C5D64}" destId="{6F207569-F5AF-42FF-A574-E3B00BA4E64F}" srcOrd="1" destOrd="0" presId="urn:microsoft.com/office/officeart/2005/8/layout/hList1"/>
    <dgm:cxn modelId="{97322E33-DECE-4BC3-BDE5-8AC66BEEAD10}" type="presParOf" srcId="{17AB72B9-318B-479F-AECE-50625F6B9778}" destId="{03B9895A-5373-4C08-AF1B-2E662BCD2851}" srcOrd="3" destOrd="0" presId="urn:microsoft.com/office/officeart/2005/8/layout/hList1"/>
    <dgm:cxn modelId="{511E24DC-FB64-40D8-88C4-FD209F261E54}" type="presParOf" srcId="{17AB72B9-318B-479F-AECE-50625F6B9778}" destId="{8BA448E3-45AE-41FC-BB1D-7C46B96271C0}" srcOrd="4" destOrd="0" presId="urn:microsoft.com/office/officeart/2005/8/layout/hList1"/>
    <dgm:cxn modelId="{A122DB4E-6319-4169-825F-5F6DBA9CC971}" type="presParOf" srcId="{8BA448E3-45AE-41FC-BB1D-7C46B96271C0}" destId="{E7A92CCB-7F55-4F7D-98F6-6B6DB8ABEF80}" srcOrd="0" destOrd="0" presId="urn:microsoft.com/office/officeart/2005/8/layout/hList1"/>
    <dgm:cxn modelId="{5149C08A-41E9-4B04-BDE4-A475445FCC85}" type="presParOf" srcId="{8BA448E3-45AE-41FC-BB1D-7C46B96271C0}" destId="{DF46E5E5-244F-40CE-B1CC-4D767469926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100E94-FCE1-4300-B693-54ADA06FC261}">
      <dsp:nvSpPr>
        <dsp:cNvPr id="0" name=""/>
        <dsp:cNvSpPr/>
      </dsp:nvSpPr>
      <dsp:spPr>
        <a:xfrm>
          <a:off x="0" y="35421"/>
          <a:ext cx="2669493" cy="106779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ACID</a:t>
          </a:r>
          <a:endParaRPr lang="en-US" sz="2900" kern="1200" dirty="0"/>
        </a:p>
      </dsp:txBody>
      <dsp:txXfrm>
        <a:off x="0" y="35421"/>
        <a:ext cx="2669493" cy="1067797"/>
      </dsp:txXfrm>
    </dsp:sp>
    <dsp:sp modelId="{CED705C3-7E5C-4108-BE55-F5D8AFD0E33D}">
      <dsp:nvSpPr>
        <dsp:cNvPr id="0" name=""/>
        <dsp:cNvSpPr/>
      </dsp:nvSpPr>
      <dsp:spPr>
        <a:xfrm>
          <a:off x="2737" y="1078168"/>
          <a:ext cx="2669493" cy="232776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Atomicity (</a:t>
          </a:r>
          <a:r>
            <a:rPr lang="sr-Cyrl-RS" sz="1400" kern="1200" dirty="0" smtClean="0"/>
            <a:t>све или ништа)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Consistency</a:t>
          </a:r>
          <a:r>
            <a:rPr lang="sr-Cyrl-RS" sz="1400" kern="1200" dirty="0" smtClean="0"/>
            <a:t> (валидно стање)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Isolation</a:t>
          </a:r>
          <a:r>
            <a:rPr lang="sr-Cyrl-RS" sz="1400" kern="1200" dirty="0" smtClean="0"/>
            <a:t> (паралелне трансакције)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Durability</a:t>
          </a:r>
          <a:r>
            <a:rPr lang="sr-Cyrl-RS" sz="1400" kern="1200" dirty="0" smtClean="0"/>
            <a:t> (одрживост)</a:t>
          </a:r>
          <a:endParaRPr lang="en-US" sz="1400" kern="1200" dirty="0"/>
        </a:p>
      </dsp:txBody>
      <dsp:txXfrm>
        <a:off x="2737" y="1078168"/>
        <a:ext cx="2669493" cy="2327760"/>
      </dsp:txXfrm>
    </dsp:sp>
    <dsp:sp modelId="{B839FC13-DA4E-4D6A-8989-2CFE9E2C6D6F}">
      <dsp:nvSpPr>
        <dsp:cNvPr id="0" name=""/>
        <dsp:cNvSpPr/>
      </dsp:nvSpPr>
      <dsp:spPr>
        <a:xfrm>
          <a:off x="3045959" y="10371"/>
          <a:ext cx="2669493" cy="1067797"/>
        </a:xfrm>
        <a:prstGeom prst="rect">
          <a:avLst/>
        </a:prstGeom>
        <a:solidFill>
          <a:schemeClr val="accent5">
            <a:hueOff val="-1313969"/>
            <a:satOff val="-8924"/>
            <a:lumOff val="-3726"/>
            <a:alphaOff val="0"/>
          </a:schemeClr>
        </a:solidFill>
        <a:ln w="19050" cap="rnd" cmpd="sng" algn="ctr">
          <a:solidFill>
            <a:schemeClr val="accent5">
              <a:hueOff val="-1313969"/>
              <a:satOff val="-8924"/>
              <a:lumOff val="-3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BASE</a:t>
          </a:r>
          <a:endParaRPr lang="en-US" sz="2900" kern="1200" dirty="0"/>
        </a:p>
      </dsp:txBody>
      <dsp:txXfrm>
        <a:off x="3045959" y="10371"/>
        <a:ext cx="2669493" cy="1067797"/>
      </dsp:txXfrm>
    </dsp:sp>
    <dsp:sp modelId="{6F207569-F5AF-42FF-A574-E3B00BA4E64F}">
      <dsp:nvSpPr>
        <dsp:cNvPr id="0" name=""/>
        <dsp:cNvSpPr/>
      </dsp:nvSpPr>
      <dsp:spPr>
        <a:xfrm>
          <a:off x="3045959" y="1078168"/>
          <a:ext cx="2669493" cy="2327760"/>
        </a:xfrm>
        <a:prstGeom prst="rect">
          <a:avLst/>
        </a:prstGeom>
        <a:solidFill>
          <a:schemeClr val="accent5">
            <a:tint val="40000"/>
            <a:alpha val="90000"/>
            <a:hueOff val="-1594299"/>
            <a:satOff val="-10653"/>
            <a:lumOff val="-1043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-1594299"/>
              <a:satOff val="-10653"/>
              <a:lumOff val="-10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Basically Available (</a:t>
          </a:r>
          <a:r>
            <a:rPr lang="sr-Cyrl-RS" sz="1400" kern="1200" dirty="0" smtClean="0"/>
            <a:t>Увек доступан)</a:t>
          </a:r>
          <a:r>
            <a:rPr lang="en-US" sz="1400" kern="1200" dirty="0" smtClean="0"/>
            <a:t>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Soft State</a:t>
          </a:r>
          <a:r>
            <a:rPr lang="sr-Cyrl-RS" sz="1400" kern="1200" dirty="0" smtClean="0"/>
            <a:t> (привремена неконзистентност)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Eventually Consistent</a:t>
          </a:r>
          <a:r>
            <a:rPr lang="sr-Cyrl-RS" sz="1400" kern="1200" dirty="0" smtClean="0"/>
            <a:t> (конзистентност временом)</a:t>
          </a:r>
          <a:endParaRPr lang="en-US" sz="1400" kern="1200" dirty="0"/>
        </a:p>
      </dsp:txBody>
      <dsp:txXfrm>
        <a:off x="3045959" y="1078168"/>
        <a:ext cx="2669493" cy="2327760"/>
      </dsp:txXfrm>
    </dsp:sp>
    <dsp:sp modelId="{E7A92CCB-7F55-4F7D-98F6-6B6DB8ABEF80}">
      <dsp:nvSpPr>
        <dsp:cNvPr id="0" name=""/>
        <dsp:cNvSpPr/>
      </dsp:nvSpPr>
      <dsp:spPr>
        <a:xfrm>
          <a:off x="6089182" y="10371"/>
          <a:ext cx="2669493" cy="1067797"/>
        </a:xfrm>
        <a:prstGeom prst="rect">
          <a:avLst/>
        </a:prstGeom>
        <a:solidFill>
          <a:schemeClr val="accent5">
            <a:hueOff val="-2627937"/>
            <a:satOff val="-17848"/>
            <a:lumOff val="-7451"/>
            <a:alphaOff val="0"/>
          </a:schemeClr>
        </a:solidFill>
        <a:ln w="19050" cap="rnd" cmpd="sng" algn="ctr">
          <a:solidFill>
            <a:schemeClr val="accent5">
              <a:hueOff val="-2627937"/>
              <a:satOff val="-17848"/>
              <a:lumOff val="-7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CAP</a:t>
          </a:r>
          <a:r>
            <a:rPr lang="sr-Cyrl-RS" sz="2000" kern="1200" dirty="0" smtClean="0"/>
            <a:t> теорема</a:t>
          </a:r>
          <a:endParaRPr lang="en-US" sz="2000" kern="1200" dirty="0"/>
        </a:p>
      </dsp:txBody>
      <dsp:txXfrm>
        <a:off x="6089182" y="10371"/>
        <a:ext cx="2669493" cy="1067797"/>
      </dsp:txXfrm>
    </dsp:sp>
    <dsp:sp modelId="{DF46E5E5-244F-40CE-B1CC-4D767469926C}">
      <dsp:nvSpPr>
        <dsp:cNvPr id="0" name=""/>
        <dsp:cNvSpPr/>
      </dsp:nvSpPr>
      <dsp:spPr>
        <a:xfrm>
          <a:off x="6089182" y="1078168"/>
          <a:ext cx="2669493" cy="2327760"/>
        </a:xfrm>
        <a:prstGeom prst="rect">
          <a:avLst/>
        </a:prstGeom>
        <a:solidFill>
          <a:schemeClr val="accent5">
            <a:tint val="40000"/>
            <a:alpha val="90000"/>
            <a:hueOff val="-3188598"/>
            <a:satOff val="-21305"/>
            <a:lumOff val="-2087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-3188598"/>
              <a:satOff val="-21305"/>
              <a:lumOff val="-208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Consistency (</a:t>
          </a:r>
          <a:r>
            <a:rPr lang="sr-Cyrl-RS" sz="1400" kern="1200" dirty="0" smtClean="0"/>
            <a:t>сви чворови виде исте податке)</a:t>
          </a:r>
          <a:r>
            <a:rPr lang="en-US" sz="1400" kern="1200" dirty="0" smtClean="0"/>
            <a:t>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Availability</a:t>
          </a:r>
          <a:r>
            <a:rPr lang="sr-Cyrl-RS" sz="1400" kern="1200" dirty="0" smtClean="0"/>
            <a:t> (сваки захтев добија одговор)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Partition Tolerance</a:t>
          </a:r>
          <a:r>
            <a:rPr lang="sr-Cyrl-RS" sz="1400" kern="1200" dirty="0" smtClean="0"/>
            <a:t> (Ради упркос мрежним прекдиима)</a:t>
          </a:r>
          <a:endParaRPr lang="en-US" sz="1400" kern="1200" dirty="0"/>
        </a:p>
      </dsp:txBody>
      <dsp:txXfrm>
        <a:off x="6089182" y="1078168"/>
        <a:ext cx="2669493" cy="2327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100E94-FCE1-4300-B693-54ADA06FC261}">
      <dsp:nvSpPr>
        <dsp:cNvPr id="0" name=""/>
        <dsp:cNvSpPr/>
      </dsp:nvSpPr>
      <dsp:spPr>
        <a:xfrm>
          <a:off x="0" y="39045"/>
          <a:ext cx="2577003" cy="576000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PRIMARY</a:t>
          </a:r>
          <a:endParaRPr lang="en-US" sz="2900" kern="1200" dirty="0"/>
        </a:p>
      </dsp:txBody>
      <dsp:txXfrm>
        <a:off x="0" y="39045"/>
        <a:ext cx="2577003" cy="576000"/>
      </dsp:txXfrm>
    </dsp:sp>
    <dsp:sp modelId="{CED705C3-7E5C-4108-BE55-F5D8AFD0E33D}">
      <dsp:nvSpPr>
        <dsp:cNvPr id="0" name=""/>
        <dsp:cNvSpPr/>
      </dsp:nvSpPr>
      <dsp:spPr>
        <a:xfrm>
          <a:off x="2643" y="601532"/>
          <a:ext cx="2577003" cy="87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Прима све записе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Једини чвор који прима уписе података</a:t>
          </a:r>
          <a:endParaRPr lang="en-US" sz="1400" kern="1200" dirty="0"/>
        </a:p>
      </dsp:txBody>
      <dsp:txXfrm>
        <a:off x="2643" y="601532"/>
        <a:ext cx="2577003" cy="878400"/>
      </dsp:txXfrm>
    </dsp:sp>
    <dsp:sp modelId="{B839FC13-DA4E-4D6A-8989-2CFE9E2C6D6F}">
      <dsp:nvSpPr>
        <dsp:cNvPr id="0" name=""/>
        <dsp:cNvSpPr/>
      </dsp:nvSpPr>
      <dsp:spPr>
        <a:xfrm>
          <a:off x="2940426" y="25532"/>
          <a:ext cx="2577003" cy="576000"/>
        </a:xfrm>
        <a:prstGeom prst="rect">
          <a:avLst/>
        </a:prstGeom>
        <a:solidFill>
          <a:schemeClr val="accent6">
            <a:shade val="80000"/>
            <a:hueOff val="-117532"/>
            <a:satOff val="3057"/>
            <a:lumOff val="10853"/>
            <a:alphaOff val="0"/>
          </a:schemeClr>
        </a:solidFill>
        <a:ln w="19050" cap="rnd" cmpd="sng" algn="ctr">
          <a:solidFill>
            <a:schemeClr val="accent6">
              <a:shade val="80000"/>
              <a:hueOff val="-117532"/>
              <a:satOff val="3057"/>
              <a:lumOff val="108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SECONDARY</a:t>
          </a:r>
          <a:endParaRPr lang="en-US" sz="2900" kern="1200" dirty="0"/>
        </a:p>
      </dsp:txBody>
      <dsp:txXfrm>
        <a:off x="2940426" y="25532"/>
        <a:ext cx="2577003" cy="576000"/>
      </dsp:txXfrm>
    </dsp:sp>
    <dsp:sp modelId="{6F207569-F5AF-42FF-A574-E3B00BA4E64F}">
      <dsp:nvSpPr>
        <dsp:cNvPr id="0" name=""/>
        <dsp:cNvSpPr/>
      </dsp:nvSpPr>
      <dsp:spPr>
        <a:xfrm>
          <a:off x="2940426" y="601532"/>
          <a:ext cx="2577003" cy="87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Реплицира </a:t>
          </a:r>
          <a:r>
            <a:rPr lang="en-US" sz="1400" kern="1200" dirty="0" err="1" smtClean="0"/>
            <a:t>oplog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Може да опслужује читање</a:t>
          </a:r>
          <a:endParaRPr lang="en-US" sz="1400" kern="1200" dirty="0"/>
        </a:p>
      </dsp:txBody>
      <dsp:txXfrm>
        <a:off x="2940426" y="601532"/>
        <a:ext cx="2577003" cy="878400"/>
      </dsp:txXfrm>
    </dsp:sp>
    <dsp:sp modelId="{E7A92CCB-7F55-4F7D-98F6-6B6DB8ABEF80}">
      <dsp:nvSpPr>
        <dsp:cNvPr id="0" name=""/>
        <dsp:cNvSpPr/>
      </dsp:nvSpPr>
      <dsp:spPr>
        <a:xfrm>
          <a:off x="5878210" y="25532"/>
          <a:ext cx="2577003" cy="576000"/>
        </a:xfrm>
        <a:prstGeom prst="rect">
          <a:avLst/>
        </a:prstGeom>
        <a:solidFill>
          <a:schemeClr val="accent6">
            <a:shade val="80000"/>
            <a:hueOff val="-235063"/>
            <a:satOff val="6114"/>
            <a:lumOff val="21706"/>
            <a:alphaOff val="0"/>
          </a:schemeClr>
        </a:solidFill>
        <a:ln w="19050" cap="rnd" cmpd="sng" algn="ctr">
          <a:solidFill>
            <a:schemeClr val="accent6">
              <a:shade val="80000"/>
              <a:hueOff val="-235063"/>
              <a:satOff val="6114"/>
              <a:lumOff val="21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ARBITER</a:t>
          </a:r>
          <a:endParaRPr lang="en-US" sz="2000" kern="1200" dirty="0"/>
        </a:p>
      </dsp:txBody>
      <dsp:txXfrm>
        <a:off x="5878210" y="25532"/>
        <a:ext cx="2577003" cy="576000"/>
      </dsp:txXfrm>
    </dsp:sp>
    <dsp:sp modelId="{DF46E5E5-244F-40CE-B1CC-4D767469926C}">
      <dsp:nvSpPr>
        <dsp:cNvPr id="0" name=""/>
        <dsp:cNvSpPr/>
      </dsp:nvSpPr>
      <dsp:spPr>
        <a:xfrm>
          <a:off x="5878210" y="601532"/>
          <a:ext cx="2577003" cy="87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Учествује у гласању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Не чува пдоатке</a:t>
          </a:r>
          <a:endParaRPr lang="en-US" sz="1400" kern="1200" dirty="0"/>
        </a:p>
      </dsp:txBody>
      <dsp:txXfrm>
        <a:off x="5878210" y="601532"/>
        <a:ext cx="2577003" cy="878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100E94-FCE1-4300-B693-54ADA06FC261}">
      <dsp:nvSpPr>
        <dsp:cNvPr id="0" name=""/>
        <dsp:cNvSpPr/>
      </dsp:nvSpPr>
      <dsp:spPr>
        <a:xfrm>
          <a:off x="0" y="29553"/>
          <a:ext cx="1797136" cy="71885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Primary </a:t>
          </a:r>
          <a:r>
            <a:rPr lang="sr-Cyrl-RS" sz="1600" kern="1200" dirty="0" smtClean="0"/>
            <a:t>пада</a:t>
          </a:r>
          <a:endParaRPr lang="en-US" sz="2400" kern="1200" dirty="0"/>
        </a:p>
      </dsp:txBody>
      <dsp:txXfrm>
        <a:off x="0" y="29553"/>
        <a:ext cx="1797136" cy="718854"/>
      </dsp:txXfrm>
    </dsp:sp>
    <dsp:sp modelId="{CED705C3-7E5C-4108-BE55-F5D8AFD0E33D}">
      <dsp:nvSpPr>
        <dsp:cNvPr id="0" name=""/>
        <dsp:cNvSpPr/>
      </dsp:nvSpPr>
      <dsp:spPr>
        <a:xfrm>
          <a:off x="1843" y="731543"/>
          <a:ext cx="1797136" cy="122975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Неке операције нису реплициране на већину</a:t>
          </a:r>
          <a:endParaRPr lang="en-US" sz="1400" kern="1200" dirty="0"/>
        </a:p>
      </dsp:txBody>
      <dsp:txXfrm>
        <a:off x="1843" y="731543"/>
        <a:ext cx="1797136" cy="1229759"/>
      </dsp:txXfrm>
    </dsp:sp>
    <dsp:sp modelId="{B839FC13-DA4E-4D6A-8989-2CFE9E2C6D6F}">
      <dsp:nvSpPr>
        <dsp:cNvPr id="0" name=""/>
        <dsp:cNvSpPr/>
      </dsp:nvSpPr>
      <dsp:spPr>
        <a:xfrm>
          <a:off x="2050578" y="12689"/>
          <a:ext cx="1797136" cy="718854"/>
        </a:xfrm>
        <a:prstGeom prst="rect">
          <a:avLst/>
        </a:prstGeom>
        <a:solidFill>
          <a:schemeClr val="accent4">
            <a:hueOff val="-533322"/>
            <a:satOff val="-6388"/>
            <a:lumOff val="1765"/>
            <a:alphaOff val="0"/>
          </a:schemeClr>
        </a:solidFill>
        <a:ln w="19050" cap="rnd" cmpd="sng" algn="ctr">
          <a:solidFill>
            <a:schemeClr val="accent4">
              <a:hueOff val="-533322"/>
              <a:satOff val="-6388"/>
              <a:lumOff val="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Election</a:t>
          </a:r>
          <a:endParaRPr lang="en-US" sz="2900" kern="1200" dirty="0"/>
        </a:p>
      </dsp:txBody>
      <dsp:txXfrm>
        <a:off x="2050578" y="12689"/>
        <a:ext cx="1797136" cy="718854"/>
      </dsp:txXfrm>
    </dsp:sp>
    <dsp:sp modelId="{6F207569-F5AF-42FF-A574-E3B00BA4E64F}">
      <dsp:nvSpPr>
        <dsp:cNvPr id="0" name=""/>
        <dsp:cNvSpPr/>
      </dsp:nvSpPr>
      <dsp:spPr>
        <a:xfrm>
          <a:off x="2050578" y="731543"/>
          <a:ext cx="1797136" cy="1229759"/>
        </a:xfrm>
        <a:prstGeom prst="rect">
          <a:avLst/>
        </a:prstGeom>
        <a:solidFill>
          <a:schemeClr val="accent4">
            <a:tint val="40000"/>
            <a:alpha val="90000"/>
            <a:hueOff val="-633252"/>
            <a:satOff val="-7217"/>
            <a:lumOff val="89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-633252"/>
              <a:satOff val="-7217"/>
              <a:lumOff val="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Секундарни чвор постаје </a:t>
          </a:r>
          <a:r>
            <a:rPr lang="en-US" sz="1400" kern="1200" dirty="0" smtClean="0"/>
            <a:t>Primary</a:t>
          </a:r>
          <a:endParaRPr lang="en-US" sz="1400" kern="1200" dirty="0"/>
        </a:p>
      </dsp:txBody>
      <dsp:txXfrm>
        <a:off x="2050578" y="731543"/>
        <a:ext cx="1797136" cy="1229759"/>
      </dsp:txXfrm>
    </dsp:sp>
    <dsp:sp modelId="{E7A92CCB-7F55-4F7D-98F6-6B6DB8ABEF80}">
      <dsp:nvSpPr>
        <dsp:cNvPr id="0" name=""/>
        <dsp:cNvSpPr/>
      </dsp:nvSpPr>
      <dsp:spPr>
        <a:xfrm>
          <a:off x="4099313" y="12689"/>
          <a:ext cx="1797136" cy="718854"/>
        </a:xfrm>
        <a:prstGeom prst="rect">
          <a:avLst/>
        </a:prstGeom>
        <a:solidFill>
          <a:schemeClr val="accent4">
            <a:hueOff val="-1066644"/>
            <a:satOff val="-12776"/>
            <a:lumOff val="3530"/>
            <a:alphaOff val="0"/>
          </a:schemeClr>
        </a:solidFill>
        <a:ln w="19050" cap="rnd" cmpd="sng" algn="ctr">
          <a:solidFill>
            <a:schemeClr val="accent4">
              <a:hueOff val="-1066644"/>
              <a:satOff val="-12776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Rollback</a:t>
          </a:r>
          <a:endParaRPr lang="en-US" sz="2000" kern="1200" dirty="0"/>
        </a:p>
      </dsp:txBody>
      <dsp:txXfrm>
        <a:off x="4099313" y="12689"/>
        <a:ext cx="1797136" cy="718854"/>
      </dsp:txXfrm>
    </dsp:sp>
    <dsp:sp modelId="{DF46E5E5-244F-40CE-B1CC-4D767469926C}">
      <dsp:nvSpPr>
        <dsp:cNvPr id="0" name=""/>
        <dsp:cNvSpPr/>
      </dsp:nvSpPr>
      <dsp:spPr>
        <a:xfrm>
          <a:off x="4099313" y="731543"/>
          <a:ext cx="1797136" cy="1229759"/>
        </a:xfrm>
        <a:prstGeom prst="rect">
          <a:avLst/>
        </a:prstGeom>
        <a:solidFill>
          <a:schemeClr val="accent4">
            <a:tint val="40000"/>
            <a:alpha val="90000"/>
            <a:hueOff val="-1266505"/>
            <a:satOff val="-14435"/>
            <a:lumOff val="177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-1266505"/>
              <a:satOff val="-14435"/>
              <a:lumOff val="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Старе операције се поништавају: конзистентна историја</a:t>
          </a:r>
          <a:endParaRPr lang="en-US" sz="1400" kern="1200" dirty="0"/>
        </a:p>
      </dsp:txBody>
      <dsp:txXfrm>
        <a:off x="4099313" y="731543"/>
        <a:ext cx="1797136" cy="12297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259BEA-82BC-4476-91F2-380E77DBAD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DE9C3-2AB8-44E5-BCFE-5DD42DFC56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7858F-6309-4F09-BEA0-6CBF97E55806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B971B-9BC3-41DB-91DC-F03F5C808D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0720E-F4E2-435B-A885-9194BA3026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8AE00-5498-4F06-8655-F21703489B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20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53C5D-CD12-6D4C-A980-0612968271E2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167F0-0840-1348-BFE4-C6298BBC06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90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2000"/>
                  <a:hueMod val="108000"/>
                  <a:satMod val="164000"/>
                  <a:lumMod val="69000"/>
                </a:schemeClr>
                <a:schemeClr val="dk2">
                  <a:tint val="96000"/>
                  <a:hueMod val="90000"/>
                  <a:satMod val="130000"/>
                  <a:lumMod val="134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10"/>
          <p:cNvSpPr/>
          <p:nvPr/>
        </p:nvSpPr>
        <p:spPr>
          <a:xfrm>
            <a:off x="322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Oval 11"/>
          <p:cNvSpPr/>
          <p:nvPr/>
        </p:nvSpPr>
        <p:spPr>
          <a:xfrm>
            <a:off x="175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Oval 12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Oval 13"/>
          <p:cNvSpPr/>
          <p:nvPr/>
        </p:nvSpPr>
        <p:spPr>
          <a:xfrm>
            <a:off x="7999412" y="-2373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5" name="Oval 14"/>
          <p:cNvSpPr/>
          <p:nvPr/>
        </p:nvSpPr>
        <p:spPr>
          <a:xfrm>
            <a:off x="8609012" y="5874054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Freeform 5"/>
          <p:cNvSpPr>
            <a:spLocks noEditPoints="1"/>
          </p:cNvSpPr>
          <p:nvPr/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75D0B1B9-C7DF-F64A-B488-12B3D509092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273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1EE2-1449-2741-9D08-61623EFC2A0E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73622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7560-49B8-714F-A7F1-D946D3E64C2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9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237C-03C9-D843-906B-96D98C6B2D61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9578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s as Icons 5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480622-FB8F-493B-9965-971B07D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2913" y="1748812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C5BC223-8B87-4685-A901-71B07847E4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2913" y="2561156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1AE3DDF2-FC22-4381-9763-408FEF9648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2913" y="3373501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3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170A2BF-28BF-4B27-B92D-B1423601B7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2913" y="4185846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4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2DB1D08C-9D26-4EC5-B935-D6A265A2A6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92913" y="4998190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6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D2BD-1F35-9841-A6BF-76BE540EE01F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DDAF6ED-5E16-4D29-98B7-FB80DB3AAF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870575" y="1840504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8C305CB7-F303-430E-951A-7FC6F97062A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870575" y="2652849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84D427E5-ED69-4A46-A9B7-F4DC4466F32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70575" y="3465194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3DDA902F-61D6-4F1C-86C6-D1F5584AE8B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870575" y="4277539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D8B6871A-9C69-4437-A5AD-A0400BAF2C6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870575" y="5089882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29625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Vertica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B8ACAEC3-8D8C-3848-8630-7A0DFF3F6116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CC12BEA0-F502-0646-A370-7ECF194608D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8C6160-632A-B540-A7E5-81F40CEC1FE7}"/>
              </a:ext>
            </a:extLst>
          </p:cNvPr>
          <p:cNvSpPr>
            <a:spLocks noChangeAspect="1"/>
          </p:cNvSpPr>
          <p:nvPr userDrawn="1"/>
        </p:nvSpPr>
        <p:spPr>
          <a:xfrm>
            <a:off x="6287247" y="370677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EB2FEBB6-C1E0-0D47-8CCC-05EE2F75659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52271" y="387367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215E544-9553-AC42-B5C3-F7AE9AD6D815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6E934A-C634-DF4D-992A-6E01917693AD}"/>
              </a:ext>
            </a:extLst>
          </p:cNvPr>
          <p:cNvSpPr>
            <a:spLocks noChangeAspect="1"/>
          </p:cNvSpPr>
          <p:nvPr userDrawn="1"/>
        </p:nvSpPr>
        <p:spPr>
          <a:xfrm>
            <a:off x="6289119" y="79931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4F40A-5592-5744-BFD7-61B04D70BFE7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627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723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8E97E18E-0E31-B542-9578-D6E4DCD8468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602DDF7-46BD-6045-BDB0-45F47B0B6A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</p:spTree>
    <p:extLst>
      <p:ext uri="{BB962C8B-B14F-4D97-AF65-F5344CB8AC3E}">
        <p14:creationId xmlns:p14="http://schemas.microsoft.com/office/powerpoint/2010/main" val="182046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86F73ED6-3B3B-5A45-912C-FCFD7D53593C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B5971407-B12A-EE45-895D-769807DFC76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215321-76D7-AD41-B779-DE347C617DB3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3706777"/>
            <a:ext cx="1261872" cy="12618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E61684B2-1403-BD44-80B1-6A5C0D0A3C6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54143" y="387367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B87B079-A5F0-D34B-90BD-17403B51EF47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169BE7-153A-034D-B3C8-A226C22DE09C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799317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604C6493-8619-1749-A32C-8C1C4E87533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E25A905-577F-154D-BA89-4F485EEBC4B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F711-7020-994E-A797-D04033A0CF12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627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723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</p:spTree>
    <p:extLst>
      <p:ext uri="{BB962C8B-B14F-4D97-AF65-F5344CB8AC3E}">
        <p14:creationId xmlns:p14="http://schemas.microsoft.com/office/powerpoint/2010/main" val="3254131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Icon Bullet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3B87B079-A5F0-D34B-90BD-17403B51EF47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2234226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169BE7-153A-034D-B3C8-A226C22DE09C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2234226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604C6493-8619-1749-A32C-8C1C4E87533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2401122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E25A905-577F-154D-BA89-4F485EEBC4B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240018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F711-7020-994E-A797-D04033A0CF12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3785996"/>
            <a:ext cx="2325688" cy="150345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3785996"/>
            <a:ext cx="2325688" cy="150345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</p:spTree>
    <p:extLst>
      <p:ext uri="{BB962C8B-B14F-4D97-AF65-F5344CB8AC3E}">
        <p14:creationId xmlns:p14="http://schemas.microsoft.com/office/powerpoint/2010/main" val="2465061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F625DE42-6A2A-D745-B1F8-2AF2793533BE}"/>
              </a:ext>
            </a:extLst>
          </p:cNvPr>
          <p:cNvSpPr>
            <a:spLocks noChangeAspect="1"/>
          </p:cNvSpPr>
          <p:nvPr userDrawn="1"/>
        </p:nvSpPr>
        <p:spPr>
          <a:xfrm>
            <a:off x="8404601" y="3981394"/>
            <a:ext cx="1042415" cy="104241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A87D37E3-62A9-1F44-8520-EBED16BF1C0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535100" y="4123125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5F8797D-AFBD-534A-AC82-DE2B7BAECE83}"/>
              </a:ext>
            </a:extLst>
          </p:cNvPr>
          <p:cNvSpPr>
            <a:spLocks noChangeAspect="1"/>
          </p:cNvSpPr>
          <p:nvPr userDrawn="1"/>
        </p:nvSpPr>
        <p:spPr>
          <a:xfrm>
            <a:off x="8404601" y="1932281"/>
            <a:ext cx="1042415" cy="10424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EFE809D2-16A3-B143-BC10-FEC397E62C6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535100" y="2074012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9370-372E-0846-B090-5E6EF97A3B62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9670" y="1840992"/>
            <a:ext cx="2095046" cy="1225056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19533" y="1840992"/>
            <a:ext cx="2095046" cy="1225056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9670" y="3891529"/>
            <a:ext cx="2095046" cy="1222144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19533" y="3891529"/>
            <a:ext cx="2095046" cy="1222144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963115-25B3-494B-9A13-AC92EFE94C09}"/>
              </a:ext>
            </a:extLst>
          </p:cNvPr>
          <p:cNvSpPr>
            <a:spLocks noChangeAspect="1"/>
          </p:cNvSpPr>
          <p:nvPr userDrawn="1"/>
        </p:nvSpPr>
        <p:spPr>
          <a:xfrm>
            <a:off x="5070995" y="1932281"/>
            <a:ext cx="1042415" cy="1042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3C759269-D6E6-2B41-8BEE-8B5AFB809B6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01494" y="2074012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3E569D5-DC38-7C46-95CD-ACFBFBF591A2}"/>
              </a:ext>
            </a:extLst>
          </p:cNvPr>
          <p:cNvSpPr>
            <a:spLocks noChangeAspect="1"/>
          </p:cNvSpPr>
          <p:nvPr userDrawn="1"/>
        </p:nvSpPr>
        <p:spPr>
          <a:xfrm>
            <a:off x="5070995" y="3981394"/>
            <a:ext cx="1042415" cy="104241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E8396DFD-D667-2648-9BE4-6237690F799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201494" y="4123125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</p:spTree>
    <p:extLst>
      <p:ext uri="{BB962C8B-B14F-4D97-AF65-F5344CB8AC3E}">
        <p14:creationId xmlns:p14="http://schemas.microsoft.com/office/powerpoint/2010/main" val="292990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23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15A5A73-8E13-4E38-8362-0A09BA944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58861" y="478881"/>
            <a:ext cx="5582675" cy="5908526"/>
          </a:xfrm>
          <a:custGeom>
            <a:avLst/>
            <a:gdLst>
              <a:gd name="connsiteX0" fmla="*/ 10816 w 5582675"/>
              <a:gd name="connsiteY0" fmla="*/ 0 h 5908526"/>
              <a:gd name="connsiteX1" fmla="*/ 5582675 w 5582675"/>
              <a:gd name="connsiteY1" fmla="*/ 0 h 5908526"/>
              <a:gd name="connsiteX2" fmla="*/ 5582675 w 5582675"/>
              <a:gd name="connsiteY2" fmla="*/ 5908526 h 5908526"/>
              <a:gd name="connsiteX3" fmla="*/ 0 w 5582675"/>
              <a:gd name="connsiteY3" fmla="*/ 5908526 h 5908526"/>
              <a:gd name="connsiteX4" fmla="*/ 30693 w 5582675"/>
              <a:gd name="connsiteY4" fmla="*/ 5722836 h 5908526"/>
              <a:gd name="connsiteX5" fmla="*/ 223682 w 5582675"/>
              <a:gd name="connsiteY5" fmla="*/ 2921544 h 5908526"/>
              <a:gd name="connsiteX6" fmla="*/ 30693 w 5582675"/>
              <a:gd name="connsiteY6" fmla="*/ 120253 h 59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82675" h="5908526">
                <a:moveTo>
                  <a:pt x="10816" y="0"/>
                </a:moveTo>
                <a:lnTo>
                  <a:pt x="5582675" y="0"/>
                </a:lnTo>
                <a:lnTo>
                  <a:pt x="5582675" y="5908526"/>
                </a:lnTo>
                <a:lnTo>
                  <a:pt x="0" y="5908526"/>
                </a:lnTo>
                <a:lnTo>
                  <a:pt x="30693" y="5722836"/>
                </a:lnTo>
                <a:cubicBezTo>
                  <a:pt x="153771" y="4890115"/>
                  <a:pt x="223682" y="3935837"/>
                  <a:pt x="223682" y="2921544"/>
                </a:cubicBezTo>
                <a:cubicBezTo>
                  <a:pt x="223682" y="1907252"/>
                  <a:pt x="153771" y="952973"/>
                  <a:pt x="30693" y="120253"/>
                </a:cubicBezTo>
                <a:close/>
              </a:path>
            </a:pathLst>
          </a:custGeom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5200-74F0-9445-8847-A53AA9C11C7B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343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0BDD93-02DA-4B21-9556-FA8B9894F9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8861" y="478880"/>
            <a:ext cx="5582675" cy="5900239"/>
          </a:xfrm>
          <a:custGeom>
            <a:avLst/>
            <a:gdLst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0 w 5582675"/>
              <a:gd name="connsiteY4" fmla="*/ 0 h 5900239"/>
              <a:gd name="connsiteX0" fmla="*/ 3501 w 5586176"/>
              <a:gd name="connsiteY0" fmla="*/ 0 h 5900239"/>
              <a:gd name="connsiteX1" fmla="*/ 5586176 w 5586176"/>
              <a:gd name="connsiteY1" fmla="*/ 0 h 5900239"/>
              <a:gd name="connsiteX2" fmla="*/ 5586176 w 5586176"/>
              <a:gd name="connsiteY2" fmla="*/ 5900239 h 5900239"/>
              <a:gd name="connsiteX3" fmla="*/ 3501 w 5586176"/>
              <a:gd name="connsiteY3" fmla="*/ 5900239 h 5900239"/>
              <a:gd name="connsiteX4" fmla="*/ 0 w 5586176"/>
              <a:gd name="connsiteY4" fmla="*/ 3615600 h 5900239"/>
              <a:gd name="connsiteX5" fmla="*/ 3501 w 5586176"/>
              <a:gd name="connsiteY5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0 w 5582675"/>
              <a:gd name="connsiteY5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117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117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47299 w 5582675"/>
              <a:gd name="connsiteY5" fmla="*/ 24756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11739 w 5582675"/>
              <a:gd name="connsiteY4" fmla="*/ 5647600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52379 w 5582675"/>
              <a:gd name="connsiteY4" fmla="*/ 5647600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82675" h="5900239">
                <a:moveTo>
                  <a:pt x="0" y="0"/>
                </a:moveTo>
                <a:lnTo>
                  <a:pt x="5582675" y="0"/>
                </a:lnTo>
                <a:lnTo>
                  <a:pt x="5582675" y="5900239"/>
                </a:lnTo>
                <a:lnTo>
                  <a:pt x="0" y="5900239"/>
                </a:lnTo>
                <a:cubicBezTo>
                  <a:pt x="14285" y="5817931"/>
                  <a:pt x="34284" y="5741338"/>
                  <a:pt x="42854" y="5653315"/>
                </a:cubicBezTo>
                <a:cubicBezTo>
                  <a:pt x="145724" y="4908883"/>
                  <a:pt x="181919" y="4332092"/>
                  <a:pt x="220019" y="3442880"/>
                </a:cubicBezTo>
                <a:cubicBezTo>
                  <a:pt x="221712" y="2333747"/>
                  <a:pt x="182766" y="1285573"/>
                  <a:pt x="47299" y="247560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23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5200-74F0-9445-8847-A53AA9C11C7B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7730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17C1C-DA5E-F743-826B-CB70C940D4E6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7171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0E4C-E478-1D40-94DF-17D7429B053A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993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9061-1D22-724D-9508-7BAEAF28735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26480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9061-1D22-724D-9508-7BAEAF28735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5C1B7F-CD73-441E-89FC-46AA9E8B5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4150" y="2406650"/>
            <a:ext cx="8663700" cy="34776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2974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5E0F-8980-D24A-B2F9-0C7A13C6A6DE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922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6ACA6CA-E140-824D-8E8B-5CC5036BDBAE}" type="datetime1">
              <a:rPr lang="en-US" noProof="0" smtClean="0"/>
              <a:pPr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6391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59" r:id="rId4"/>
    <p:sldLayoutId id="2147483860" r:id="rId5"/>
    <p:sldLayoutId id="2147483861" r:id="rId6"/>
    <p:sldLayoutId id="2147483862" r:id="rId7"/>
    <p:sldLayoutId id="2147483864" r:id="rId8"/>
    <p:sldLayoutId id="2147483863" r:id="rId9"/>
    <p:sldLayoutId id="2147483858" r:id="rId10"/>
    <p:sldLayoutId id="2147483865" r:id="rId11"/>
    <p:sldLayoutId id="2147483844" r:id="rId12"/>
    <p:sldLayoutId id="2147483845" r:id="rId13"/>
    <p:sldLayoutId id="2147483846" r:id="rId14"/>
    <p:sldLayoutId id="2147483866" r:id="rId15"/>
    <p:sldLayoutId id="2147483847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29B41E-FC51-4047-9C2D-7FA6782DAFEB}"/>
              </a:ext>
            </a:extLst>
          </p:cNvPr>
          <p:cNvSpPr txBox="1">
            <a:spLocks/>
          </p:cNvSpPr>
          <p:nvPr/>
        </p:nvSpPr>
        <p:spPr bwMode="gray">
          <a:xfrm>
            <a:off x="1097290" y="946436"/>
            <a:ext cx="8825658" cy="26776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sr-Cyrl-RS" sz="2800" dirty="0" smtClean="0">
                <a:solidFill>
                  <a:schemeClr val="bg1"/>
                </a:solidFill>
              </a:rPr>
              <a:t>Репликација база података као механизам опоравка у </a:t>
            </a:r>
            <a:r>
              <a:rPr lang="en-US" sz="2800" dirty="0" smtClean="0">
                <a:solidFill>
                  <a:schemeClr val="bg1"/>
                </a:solidFill>
              </a:rPr>
              <a:t>MongoDB</a:t>
            </a:r>
            <a:r>
              <a:rPr lang="ru-RU" sz="2800" dirty="0" smtClean="0">
                <a:solidFill>
                  <a:schemeClr val="bg1"/>
                </a:solidFill>
              </a:rPr>
              <a:t>-у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52E989F-747B-4007-9C7A-A35E8B662A7B}"/>
              </a:ext>
            </a:extLst>
          </p:cNvPr>
          <p:cNvSpPr txBox="1">
            <a:spLocks/>
          </p:cNvSpPr>
          <p:nvPr/>
        </p:nvSpPr>
        <p:spPr>
          <a:xfrm>
            <a:off x="1097290" y="4698555"/>
            <a:ext cx="10468635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Cyrl-RS" dirty="0" smtClean="0"/>
              <a:t>                          Ментор:													    Студент:														</a:t>
            </a:r>
          </a:p>
          <a:p>
            <a:r>
              <a:rPr lang="sr-Cyrl-RS" dirty="0" smtClean="0"/>
              <a:t>Проф. др Александар Станимировић							Ненад Павловић бр. Инд. 1796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0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Садржај презентације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Увод</a:t>
            </a:r>
          </a:p>
          <a:p>
            <a:r>
              <a:rPr lang="sr-Cyrl-RS" dirty="0" smtClean="0"/>
              <a:t>Основни концепти: </a:t>
            </a:r>
            <a:r>
              <a:rPr lang="en-US" dirty="0" smtClean="0"/>
              <a:t>ACID, BASE, CAP </a:t>
            </a:r>
            <a:r>
              <a:rPr lang="sr-Cyrl-RS" dirty="0" smtClean="0"/>
              <a:t>теорема</a:t>
            </a:r>
          </a:p>
          <a:p>
            <a:r>
              <a:rPr lang="sr-Cyrl-RS" dirty="0" smtClean="0"/>
              <a:t>Архитектура </a:t>
            </a:r>
            <a:r>
              <a:rPr lang="en-US" dirty="0" smtClean="0"/>
              <a:t>MongoDB-a</a:t>
            </a:r>
          </a:p>
          <a:p>
            <a:r>
              <a:rPr lang="en-US" dirty="0" smtClean="0"/>
              <a:t>Replica Set – </a:t>
            </a:r>
            <a:r>
              <a:rPr lang="sr-Cyrl-RS" dirty="0" smtClean="0"/>
              <a:t>Структура и репликација</a:t>
            </a:r>
          </a:p>
          <a:p>
            <a:r>
              <a:rPr lang="sr-Cyrl-RS" dirty="0" smtClean="0"/>
              <a:t>Механизан опоравка </a:t>
            </a:r>
            <a:r>
              <a:rPr lang="en-US" dirty="0" smtClean="0"/>
              <a:t>–</a:t>
            </a:r>
            <a:r>
              <a:rPr lang="sr-Cyrl-RS" dirty="0" smtClean="0"/>
              <a:t> фалловер, роллбацк</a:t>
            </a:r>
          </a:p>
          <a:p>
            <a:r>
              <a:rPr lang="sr-Cyrl-RS" dirty="0" smtClean="0"/>
              <a:t>Практична демонстрација</a:t>
            </a:r>
          </a:p>
          <a:p>
            <a:r>
              <a:rPr lang="sr-Cyrl-RS" dirty="0" smtClean="0"/>
              <a:t>Закључак</a:t>
            </a:r>
            <a:endParaRPr lang="sr-Cyrl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552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Увод </a:t>
            </a:r>
            <a:r>
              <a:rPr lang="en-US" dirty="0" smtClean="0"/>
              <a:t>– </a:t>
            </a:r>
            <a:r>
              <a:rPr lang="sr-Cyrl-RS" dirty="0" smtClean="0"/>
              <a:t>Зашто је  поузданост критича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Финансијски губици </a:t>
            </a:r>
            <a:r>
              <a:rPr lang="en-US" dirty="0" smtClean="0"/>
              <a:t>–</a:t>
            </a:r>
            <a:r>
              <a:rPr lang="sr-Cyrl-RS" dirty="0" smtClean="0"/>
              <a:t> прекид рада базе директно утиче на пословање и приход</a:t>
            </a:r>
          </a:p>
          <a:p>
            <a:r>
              <a:rPr lang="sr-Cyrl-RS" dirty="0" smtClean="0"/>
              <a:t>Губитак поверења – нарушавање интегритета и доступности смањује поверење корисника</a:t>
            </a:r>
          </a:p>
          <a:p>
            <a:r>
              <a:rPr lang="sr-Cyrl-RS" dirty="0" smtClean="0"/>
              <a:t>Растући ризици – хардверски квар, мрежни проблеми, људска грешка</a:t>
            </a:r>
          </a:p>
          <a:p>
            <a:r>
              <a:rPr lang="sr-Cyrl-RS" dirty="0" smtClean="0"/>
              <a:t>Решење: Репликација</a:t>
            </a:r>
          </a:p>
          <a:p>
            <a:pPr lvl="2"/>
            <a:r>
              <a:rPr lang="sr-Cyrl-RS" dirty="0" smtClean="0"/>
              <a:t>Више копија</a:t>
            </a:r>
          </a:p>
          <a:p>
            <a:pPr lvl="2"/>
            <a:r>
              <a:rPr lang="sr-Cyrl-RS" dirty="0" smtClean="0"/>
              <a:t>Аутоматски опоравак</a:t>
            </a:r>
          </a:p>
          <a:p>
            <a:pPr lvl="2"/>
            <a:r>
              <a:rPr lang="sr-Cyrl-RS" dirty="0" smtClean="0"/>
              <a:t>Расподела оптерећења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3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878" y="4639293"/>
            <a:ext cx="2289861" cy="154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32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Основни концепти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795250"/>
              </p:ext>
            </p:extLst>
          </p:nvPr>
        </p:nvGraphicFramePr>
        <p:xfrm>
          <a:off x="1773538" y="2669403"/>
          <a:ext cx="8761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1100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Архитектура </a:t>
            </a:r>
            <a:r>
              <a:rPr lang="en-US" dirty="0" smtClean="0"/>
              <a:t>MongoDB-a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Cyrl-RS" dirty="0" smtClean="0"/>
              <a:t>Документни модел</a:t>
            </a:r>
          </a:p>
          <a:p>
            <a:pPr lvl="1"/>
            <a:r>
              <a:rPr lang="en-US" dirty="0" smtClean="0"/>
              <a:t>BSON </a:t>
            </a:r>
            <a:r>
              <a:rPr lang="sr-Cyrl-RS" dirty="0" smtClean="0"/>
              <a:t>формат – флексибилне шеме, угњеждене структуре</a:t>
            </a:r>
          </a:p>
          <a:p>
            <a:r>
              <a:rPr lang="en-US" dirty="0" smtClean="0"/>
              <a:t>Collections &amp; Documents</a:t>
            </a:r>
          </a:p>
          <a:p>
            <a:pPr lvl="1"/>
            <a:r>
              <a:rPr lang="sr-Cyrl-RS" dirty="0" smtClean="0"/>
              <a:t>Замена за табеле и релације из релационих база података</a:t>
            </a:r>
          </a:p>
          <a:p>
            <a:r>
              <a:rPr lang="sr-Cyrl-RS" dirty="0" smtClean="0"/>
              <a:t>Хоризонтрална скалабилност </a:t>
            </a:r>
          </a:p>
          <a:p>
            <a:pPr lvl="1"/>
            <a:r>
              <a:rPr lang="en-US" dirty="0" err="1" smtClean="0"/>
              <a:t>Sharding</a:t>
            </a:r>
            <a:r>
              <a:rPr lang="en-US" dirty="0" smtClean="0"/>
              <a:t> </a:t>
            </a:r>
            <a:r>
              <a:rPr lang="sr-Cyrl-RS" dirty="0" smtClean="0"/>
              <a:t>– дистрибуција података на више сервера</a:t>
            </a:r>
          </a:p>
          <a:p>
            <a:r>
              <a:rPr lang="sr-Cyrl-RS" dirty="0" smtClean="0"/>
              <a:t>Режими рада:</a:t>
            </a:r>
          </a:p>
          <a:p>
            <a:pPr lvl="1"/>
            <a:r>
              <a:rPr lang="en-US" dirty="0" smtClean="0"/>
              <a:t>Standalone</a:t>
            </a:r>
            <a:r>
              <a:rPr lang="sr-Cyrl-RS" dirty="0" smtClean="0"/>
              <a:t>: један сервер – без редундације</a:t>
            </a:r>
            <a:endParaRPr lang="en-US" dirty="0" smtClean="0"/>
          </a:p>
          <a:p>
            <a:pPr lvl="1"/>
            <a:r>
              <a:rPr lang="en-US" dirty="0" smtClean="0"/>
              <a:t>Replica Set</a:t>
            </a:r>
            <a:r>
              <a:rPr lang="sr-Cyrl-RS" dirty="0" smtClean="0"/>
              <a:t>: Више копија – висока доступност</a:t>
            </a:r>
            <a:endParaRPr lang="en-US" dirty="0" smtClean="0"/>
          </a:p>
          <a:p>
            <a:pPr lvl="1"/>
            <a:r>
              <a:rPr lang="en-US" dirty="0" err="1" smtClean="0"/>
              <a:t>Sharding</a:t>
            </a:r>
            <a:r>
              <a:rPr lang="en-US" dirty="0" smtClean="0"/>
              <a:t> + RD</a:t>
            </a:r>
            <a:r>
              <a:rPr lang="sr-Cyrl-RS" dirty="0" smtClean="0"/>
              <a:t>: Скалабилност и доступност</a:t>
            </a:r>
            <a:endParaRPr lang="sr-Cyrl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5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8103758" y="4177665"/>
            <a:ext cx="3625215" cy="184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02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Реплика сет – Структура и Улоге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6</a:t>
            </a:fld>
            <a:endParaRPr lang="en-US" noProof="0" dirty="0"/>
          </a:p>
        </p:txBody>
      </p:sp>
      <p:graphicFrame>
        <p:nvGraphicFramePr>
          <p:cNvPr id="7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2934164"/>
              </p:ext>
            </p:extLst>
          </p:nvPr>
        </p:nvGraphicFramePr>
        <p:xfrm>
          <a:off x="1748824" y="2561968"/>
          <a:ext cx="8457857" cy="1505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8824" y="4267200"/>
            <a:ext cx="8457857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Cyrl-R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Операциони Дневник – </a:t>
            </a:r>
            <a:r>
              <a:rPr lang="en-US" sz="14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oplog</a:t>
            </a:r>
            <a:endParaRPr lang="en-US" sz="1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Cyrl-R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Специјална колекција која бележи све </a:t>
            </a:r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write</a:t>
            </a:r>
            <a:r>
              <a:rPr lang="sr-Cyrl-R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операције на </a:t>
            </a:r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Primary </a:t>
            </a:r>
            <a:r>
              <a:rPr lang="sr-Cyrl-R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чвору. Секундарни чворови је читају и примењују исте операције у истом редоследуи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48824" y="5404022"/>
            <a:ext cx="3869382" cy="10772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Write concern</a:t>
            </a:r>
            <a:endParaRPr lang="sr-Cyrl-RS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wr:1 -&gt; </a:t>
            </a:r>
            <a:r>
              <a:rPr lang="sr-Cyrl-R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само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Primary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wr:majority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-&gt; </a:t>
            </a:r>
            <a:r>
              <a:rPr lang="sr-Cyrl-R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већина чворова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Cyrl-R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ј</a:t>
            </a:r>
            <a:r>
              <a:rPr lang="sr-Cyrl-R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о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urnal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-&gt; </a:t>
            </a:r>
            <a:r>
              <a:rPr lang="sr-Cyrl-R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упис на диск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1330" y="5404021"/>
            <a:ext cx="3995351" cy="10772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Replication Lag</a:t>
            </a:r>
          </a:p>
          <a:p>
            <a:r>
              <a:rPr lang="sr-Cyrl-R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Природна неконзистентност из асинхроне репликације –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BASE </a:t>
            </a:r>
            <a:r>
              <a:rPr lang="sr-Cyrl-R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модел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1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Механизми опоравка - </a:t>
            </a:r>
            <a:r>
              <a:rPr lang="en-US" dirty="0" smtClean="0"/>
              <a:t>Failover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6283813" cy="3416300"/>
          </a:xfrm>
        </p:spPr>
        <p:txBody>
          <a:bodyPr/>
          <a:lstStyle/>
          <a:p>
            <a:r>
              <a:rPr lang="sr-Cyrl-RS" dirty="0" smtClean="0"/>
              <a:t>Детекција отказа: Чворови размењују </a:t>
            </a:r>
            <a:r>
              <a:rPr lang="en-US" dirty="0" smtClean="0"/>
              <a:t>heartbeat</a:t>
            </a:r>
            <a:r>
              <a:rPr lang="sr-Cyrl-RS" dirty="0" smtClean="0"/>
              <a:t> сигнале (е</a:t>
            </a:r>
            <a:r>
              <a:rPr lang="en-US" dirty="0" err="1" smtClean="0"/>
              <a:t>lactionTimeoutMillis</a:t>
            </a:r>
            <a:r>
              <a:rPr lang="en-US" dirty="0" smtClean="0"/>
              <a:t> = 10 </a:t>
            </a:r>
            <a:r>
              <a:rPr lang="sr-Cyrl-RS" dirty="0" smtClean="0"/>
              <a:t>секунди)</a:t>
            </a:r>
          </a:p>
          <a:p>
            <a:r>
              <a:rPr lang="en-US" dirty="0" smtClean="0"/>
              <a:t>Election</a:t>
            </a:r>
            <a:r>
              <a:rPr lang="sr-Latn-RS" dirty="0" smtClean="0"/>
              <a:t> </a:t>
            </a:r>
            <a:r>
              <a:rPr lang="sr-Cyrl-RS" dirty="0" smtClean="0"/>
              <a:t>процес: Секундарни чворови покрећу гласање. Потребна је апсолутна већина гласова</a:t>
            </a:r>
          </a:p>
          <a:p>
            <a:r>
              <a:rPr lang="sr-Cyrl-RS" dirty="0" smtClean="0"/>
              <a:t>Нови </a:t>
            </a:r>
            <a:r>
              <a:rPr lang="en-US" dirty="0" smtClean="0"/>
              <a:t>Primary: </a:t>
            </a:r>
            <a:r>
              <a:rPr lang="sr-Cyrl-RS" dirty="0" smtClean="0"/>
              <a:t>Чвор са најактуелнијим подацима и већином гласова постаје примарни</a:t>
            </a:r>
          </a:p>
          <a:p>
            <a:r>
              <a:rPr lang="sr-Cyrl-RS" dirty="0" smtClean="0"/>
              <a:t>Ресинхронизација: Бивши </a:t>
            </a:r>
            <a:r>
              <a:rPr lang="en-US" dirty="0" smtClean="0"/>
              <a:t>Primary</a:t>
            </a:r>
            <a:r>
              <a:rPr lang="sr-Cyrl-RS" dirty="0" smtClean="0"/>
              <a:t> по повратку преузима </a:t>
            </a:r>
            <a:r>
              <a:rPr lang="en-US" dirty="0" err="1" smtClean="0"/>
              <a:t>oplog</a:t>
            </a:r>
            <a:r>
              <a:rPr lang="sr-Cyrl-RS" dirty="0" smtClean="0"/>
              <a:t> или иницијалну синхронизацију</a:t>
            </a:r>
          </a:p>
          <a:p>
            <a:r>
              <a:rPr lang="sr-Cyrl-RS" dirty="0" smtClean="0"/>
              <a:t>Процес је потпуно аутоматизован без ручне асистенције администратора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774940" y="3545333"/>
            <a:ext cx="3957320" cy="177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03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Rollback </a:t>
            </a:r>
            <a:r>
              <a:rPr lang="sr-Cyrl-RS" dirty="0" smtClean="0"/>
              <a:t>Механизам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3" y="2338878"/>
            <a:ext cx="8761412" cy="3416300"/>
          </a:xfrm>
        </p:spPr>
        <p:txBody>
          <a:bodyPr/>
          <a:lstStyle/>
          <a:p>
            <a:r>
              <a:rPr lang="en-US" dirty="0" smtClean="0"/>
              <a:t>Rollback</a:t>
            </a:r>
            <a:r>
              <a:rPr lang="sr-Cyrl-RS" dirty="0"/>
              <a:t> </a:t>
            </a:r>
            <a:r>
              <a:rPr lang="sr-Cyrl-RS" dirty="0" smtClean="0"/>
              <a:t>– Ситуација када је </a:t>
            </a:r>
            <a:r>
              <a:rPr lang="en-US" dirty="0" smtClean="0"/>
              <a:t>Primary </a:t>
            </a:r>
            <a:r>
              <a:rPr lang="sr-Cyrl-RS" dirty="0" smtClean="0"/>
              <a:t>имао операције које нису стигле до секундара пре пада. Новоизабрани </a:t>
            </a:r>
            <a:r>
              <a:rPr lang="en-US" dirty="0" smtClean="0"/>
              <a:t>Primary</a:t>
            </a:r>
            <a:r>
              <a:rPr lang="sr-Cyrl-RS" dirty="0" smtClean="0"/>
              <a:t> их одбацује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8</a:t>
            </a:fld>
            <a:endParaRPr lang="en-US" noProof="0" dirty="0"/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8006783"/>
              </p:ext>
            </p:extLst>
          </p:nvPr>
        </p:nvGraphicFramePr>
        <p:xfrm>
          <a:off x="1705233" y="3462979"/>
          <a:ext cx="5898293" cy="197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7890195" y="3462979"/>
            <a:ext cx="1797136" cy="718854"/>
            <a:chOff x="4099313" y="12689"/>
            <a:chExt cx="1797136" cy="718854"/>
          </a:xfrm>
        </p:grpSpPr>
        <p:sp>
          <p:nvSpPr>
            <p:cNvPr id="17" name="Rectangle 16"/>
            <p:cNvSpPr/>
            <p:nvPr/>
          </p:nvSpPr>
          <p:spPr>
            <a:xfrm>
              <a:off x="4099313" y="12689"/>
              <a:ext cx="1797136" cy="718854"/>
            </a:xfrm>
            <a:prstGeom prst="rect">
              <a:avLst/>
            </a:prstGeom>
          </p:spPr>
          <p:style>
            <a:lnRef idx="2">
              <a:schemeClr val="accent5">
                <a:hueOff val="-2627937"/>
                <a:satOff val="-17848"/>
                <a:lumOff val="-7451"/>
                <a:alphaOff val="0"/>
              </a:schemeClr>
            </a:lnRef>
            <a:fillRef idx="1">
              <a:schemeClr val="accent5">
                <a:hueOff val="-2627937"/>
                <a:satOff val="-17848"/>
                <a:lumOff val="-7451"/>
                <a:alphaOff val="0"/>
              </a:schemeClr>
            </a:fillRef>
            <a:effectRef idx="0">
              <a:schemeClr val="accent5">
                <a:hueOff val="-2627937"/>
                <a:satOff val="-17848"/>
                <a:lumOff val="-7451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TextBox 17"/>
            <p:cNvSpPr txBox="1"/>
            <p:nvPr/>
          </p:nvSpPr>
          <p:spPr>
            <a:xfrm>
              <a:off x="4099313" y="12689"/>
              <a:ext cx="1797136" cy="7188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3792" tIns="65024" rIns="113792" bIns="65024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sr-Cyrl-RS" sz="1400" dirty="0"/>
                <a:t>Синхронизација</a:t>
              </a:r>
              <a:endParaRPr lang="en-US" kern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890195" y="4197975"/>
            <a:ext cx="1797136" cy="1229759"/>
            <a:chOff x="4099313" y="731543"/>
            <a:chExt cx="1797136" cy="1229759"/>
          </a:xfrm>
        </p:grpSpPr>
        <p:sp>
          <p:nvSpPr>
            <p:cNvPr id="15" name="Rectangle 14"/>
            <p:cNvSpPr/>
            <p:nvPr/>
          </p:nvSpPr>
          <p:spPr>
            <a:xfrm>
              <a:off x="4099313" y="731543"/>
              <a:ext cx="1797136" cy="1229759"/>
            </a:xfrm>
            <a:prstGeom prst="rect">
              <a:avLst/>
            </a:prstGeom>
          </p:spPr>
          <p:style>
            <a:lnRef idx="2">
              <a:schemeClr val="accent5">
                <a:tint val="40000"/>
                <a:alpha val="90000"/>
                <a:hueOff val="-3188598"/>
                <a:satOff val="-21305"/>
                <a:lumOff val="-2087"/>
                <a:alphaOff val="0"/>
              </a:schemeClr>
            </a:lnRef>
            <a:fillRef idx="1">
              <a:schemeClr val="accent5">
                <a:tint val="40000"/>
                <a:alpha val="90000"/>
                <a:hueOff val="-3188598"/>
                <a:satOff val="-21305"/>
                <a:lumOff val="-2087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3188598"/>
                <a:satOff val="-21305"/>
                <a:lumOff val="-2087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5"/>
            <p:cNvSpPr txBox="1"/>
            <p:nvPr/>
          </p:nvSpPr>
          <p:spPr>
            <a:xfrm>
              <a:off x="4099313" y="731543"/>
              <a:ext cx="1797136" cy="12297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4676" tIns="74676" rIns="99568" bIns="112014" numCol="1" spcCol="1270" anchor="t" anchorCtr="0">
              <a:noAutofit/>
            </a:bodyPr>
            <a:lstStyle/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sr-Cyrl-RS" sz="1400" dirty="0"/>
                <a:t>Чвор преузима </a:t>
              </a:r>
              <a:r>
                <a:rPr lang="en-US" sz="1400" dirty="0" err="1"/>
                <a:t>oplog</a:t>
              </a:r>
              <a:r>
                <a:rPr lang="sr-Cyrl-RS" sz="1400" dirty="0"/>
                <a:t> и враћа се у кластер</a:t>
              </a:r>
              <a:endParaRPr lang="en-US" sz="1400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443417" y="4361608"/>
            <a:ext cx="403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 smtClean="0"/>
              <a:t>-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523471" y="4361608"/>
            <a:ext cx="403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 smtClean="0"/>
              <a:t>-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603525" y="4361608"/>
            <a:ext cx="403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 smtClean="0"/>
              <a:t>-</a:t>
            </a:r>
            <a:r>
              <a:rPr lang="en-US" dirty="0" smtClean="0"/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607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000" dirty="0" smtClean="0"/>
              <a:t>Практични експерименти – Конфигурација </a:t>
            </a:r>
            <a:r>
              <a:rPr lang="en-US" sz="2000" dirty="0" smtClean="0"/>
              <a:t>Replica Set-a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5295272" cy="3416300"/>
          </a:xfrm>
        </p:spPr>
        <p:txBody>
          <a:bodyPr>
            <a:normAutofit fontScale="92500" lnSpcReduction="10000"/>
          </a:bodyPr>
          <a:lstStyle/>
          <a:p>
            <a:r>
              <a:rPr lang="sr-Cyrl-RS" dirty="0" smtClean="0"/>
              <a:t>За конфигурацију </a:t>
            </a:r>
            <a:r>
              <a:rPr lang="en-US" dirty="0" smtClean="0"/>
              <a:t>RS</a:t>
            </a:r>
            <a:r>
              <a:rPr lang="sr-Cyrl-RS" dirty="0" smtClean="0"/>
              <a:t>-а је неопходно да се креирају 3 директоријума и подигну 3 инстанце </a:t>
            </a:r>
            <a:r>
              <a:rPr lang="en-US" dirty="0" err="1" smtClean="0"/>
              <a:t>mongoDB</a:t>
            </a:r>
            <a:r>
              <a:rPr lang="en-US" dirty="0" smtClean="0"/>
              <a:t>-a,</a:t>
            </a:r>
            <a:r>
              <a:rPr lang="sr-Cyrl-RS" dirty="0" smtClean="0"/>
              <a:t> команда за подизање инстанце је:</a:t>
            </a:r>
          </a:p>
          <a:p>
            <a:endParaRPr lang="sr-Cyrl-RS" dirty="0"/>
          </a:p>
          <a:p>
            <a:r>
              <a:rPr lang="sr-Cyrl-RS" dirty="0" smtClean="0"/>
              <a:t>Након креирања инстанце неопходно је да се у </a:t>
            </a:r>
            <a:r>
              <a:rPr lang="en-US" dirty="0" smtClean="0"/>
              <a:t>Mongo shell-u</a:t>
            </a:r>
            <a:r>
              <a:rPr lang="sr-Cyrl-RS" dirty="0" smtClean="0"/>
              <a:t> покрене </a:t>
            </a:r>
            <a:r>
              <a:rPr lang="en-US" dirty="0" err="1" smtClean="0"/>
              <a:t>rs</a:t>
            </a:r>
            <a:r>
              <a:rPr lang="en-US" dirty="0" smtClean="0"/>
              <a:t> </a:t>
            </a:r>
            <a:r>
              <a:rPr lang="sr-Cyrl-RS" dirty="0" smtClean="0"/>
              <a:t>командама: </a:t>
            </a:r>
            <a:r>
              <a:rPr lang="sr-Cyrl-RS" dirty="0"/>
              <a:t>mongosh --port 27017 и rs.initiate</a:t>
            </a:r>
            <a:r>
              <a:rPr lang="sr-Cyrl-RS" dirty="0" smtClean="0"/>
              <a:t>()</a:t>
            </a:r>
          </a:p>
          <a:p>
            <a:r>
              <a:rPr lang="sr-Cyrl-RS" dirty="0" smtClean="0"/>
              <a:t>Након подизања и друге 2 инстанце, статус</a:t>
            </a:r>
            <a:r>
              <a:rPr lang="en-US" dirty="0" smtClean="0"/>
              <a:t> </a:t>
            </a:r>
            <a:r>
              <a:rPr lang="en-US" dirty="0" err="1" smtClean="0"/>
              <a:t>rs</a:t>
            </a:r>
            <a:r>
              <a:rPr lang="en-US" dirty="0" smtClean="0"/>
              <a:t>-a </a:t>
            </a:r>
            <a:r>
              <a:rPr lang="sr-Cyrl-RS" dirty="0" smtClean="0"/>
              <a:t>се може видети командом </a:t>
            </a:r>
            <a:r>
              <a:rPr lang="en-US" dirty="0" err="1" smtClean="0"/>
              <a:t>rs.status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9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45569" y="3673654"/>
            <a:ext cx="5122280" cy="25209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7547679" y="3138960"/>
            <a:ext cx="3400408" cy="194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24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800" dirty="0"/>
              <a:t>Практични експерименти – Конфигурација </a:t>
            </a:r>
            <a:r>
              <a:rPr lang="en-US" sz="2800" dirty="0"/>
              <a:t>Replica Set-a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10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259657" y="2232455"/>
            <a:ext cx="3681619" cy="456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00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400" dirty="0" smtClean="0"/>
              <a:t>Експеримент 1- Анализа отказа примарног чвора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За потребе теста угашена је инстанца на порту 27017 односно примарни чвор</a:t>
            </a:r>
          </a:p>
          <a:p>
            <a:r>
              <a:rPr lang="sr-Cyrl-RS" dirty="0" smtClean="0"/>
              <a:t>Чвор на порту 27018 је постао примарни чвор на основу </a:t>
            </a:r>
            <a:r>
              <a:rPr lang="en-US" dirty="0" smtClean="0"/>
              <a:t>election </a:t>
            </a:r>
            <a:r>
              <a:rPr lang="sr-Cyrl-RS" dirty="0" smtClean="0"/>
              <a:t>процеса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157328" y="3805880"/>
            <a:ext cx="3116683" cy="291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51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800" dirty="0"/>
              <a:t>Експеримент 1- Анализа отказа примарног чвора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12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028567" y="2702012"/>
            <a:ext cx="6868298" cy="353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67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800" dirty="0" smtClean="0"/>
              <a:t>Експеримент 2 – </a:t>
            </a:r>
            <a:r>
              <a:rPr lang="en-US" sz="2800" dirty="0" smtClean="0"/>
              <a:t>Rollback </a:t>
            </a:r>
            <a:r>
              <a:rPr lang="sr-Cyrl-RS" sz="2800" dirty="0" smtClean="0"/>
              <a:t>механизам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За потребе тестирања </a:t>
            </a:r>
            <a:r>
              <a:rPr lang="en-US" dirty="0" smtClean="0"/>
              <a:t>rollback </a:t>
            </a:r>
            <a:r>
              <a:rPr lang="sr-Cyrl-RS" dirty="0" smtClean="0"/>
              <a:t>механизма </a:t>
            </a:r>
            <a:r>
              <a:rPr lang="en-US" dirty="0" err="1" smtClean="0"/>
              <a:t>rs</a:t>
            </a:r>
            <a:r>
              <a:rPr lang="sr-Cyrl-RS" dirty="0" smtClean="0"/>
              <a:t> је враћен у почетно стање са 3 чвора и </a:t>
            </a:r>
            <a:r>
              <a:rPr lang="en-US" dirty="0" smtClean="0"/>
              <a:t>primary </a:t>
            </a:r>
            <a:r>
              <a:rPr lang="sr-Cyrl-RS" dirty="0" smtClean="0"/>
              <a:t>чвор је чвор на порту 27017</a:t>
            </a:r>
          </a:p>
          <a:p>
            <a:r>
              <a:rPr lang="en-US" dirty="0" smtClean="0"/>
              <a:t>Primary</a:t>
            </a:r>
            <a:r>
              <a:rPr lang="sr-Cyrl-RS" dirty="0" smtClean="0"/>
              <a:t> чвор уноси податке и одмах након уноса гаси се његова инстанца</a:t>
            </a:r>
          </a:p>
          <a:p>
            <a:endParaRPr lang="sr-Cyrl-RS" dirty="0" smtClean="0"/>
          </a:p>
          <a:p>
            <a:pPr marL="0" indent="0">
              <a:buNone/>
            </a:pPr>
            <a:endParaRPr lang="sr-Cyrl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679357" y="4311650"/>
            <a:ext cx="5943600" cy="69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56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800" dirty="0"/>
              <a:t>Експеримент 2 – </a:t>
            </a:r>
            <a:r>
              <a:rPr lang="en-US" sz="2800" dirty="0"/>
              <a:t>Rollback </a:t>
            </a:r>
            <a:r>
              <a:rPr lang="sr-Cyrl-RS" sz="2800" dirty="0"/>
              <a:t>механизам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Након </a:t>
            </a:r>
            <a:r>
              <a:rPr lang="en-US" dirty="0" smtClean="0"/>
              <a:t>election</a:t>
            </a:r>
            <a:r>
              <a:rPr lang="sr-Cyrl-RS" dirty="0" smtClean="0"/>
              <a:t> процеса поново је чвор на порту 27018 постао </a:t>
            </a:r>
            <a:r>
              <a:rPr lang="en-US" dirty="0" smtClean="0"/>
              <a:t>Primary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14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343781" y="3229249"/>
            <a:ext cx="5323205" cy="257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34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sz="2800" dirty="0"/>
              <a:t>Експеримент 2 – </a:t>
            </a:r>
            <a:r>
              <a:rPr lang="en-US" sz="2800" dirty="0"/>
              <a:t>Rollback </a:t>
            </a:r>
            <a:r>
              <a:rPr lang="sr-Cyrl-RS" sz="2800" dirty="0"/>
              <a:t>механизам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440759"/>
            <a:ext cx="8761412" cy="3416300"/>
          </a:xfrm>
        </p:spPr>
        <p:txBody>
          <a:bodyPr/>
          <a:lstStyle/>
          <a:p>
            <a:r>
              <a:rPr lang="sr-Cyrl-RS" dirty="0" smtClean="0"/>
              <a:t>Теоријски чвор 2 не би требао да поседује уписане податке које је уписао предходни </a:t>
            </a:r>
            <a:r>
              <a:rPr lang="en-US" dirty="0" smtClean="0"/>
              <a:t>Primary</a:t>
            </a:r>
            <a:endParaRPr lang="sr-Cyrl-RS" dirty="0"/>
          </a:p>
          <a:p>
            <a:r>
              <a:rPr lang="sr-Cyrl-RS" dirty="0" smtClean="0"/>
              <a:t>Теоријски </a:t>
            </a:r>
            <a:r>
              <a:rPr lang="sr-Cyrl-RS" dirty="0"/>
              <a:t>би операција требала бити поништена, али у пракси се репликација јако брзо дешава и секундари одмах добијају нове податке који су уписани у примар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15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828921" y="4148909"/>
            <a:ext cx="435292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32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Закључак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MongoDb</a:t>
            </a:r>
            <a:r>
              <a:rPr lang="en-US" dirty="0" smtClean="0"/>
              <a:t> Replica Set </a:t>
            </a:r>
            <a:r>
              <a:rPr lang="sr-Cyrl-RS" dirty="0" smtClean="0"/>
              <a:t>обезбеђује високу доступност кроз вишеструке копије података</a:t>
            </a:r>
          </a:p>
          <a:p>
            <a:r>
              <a:rPr lang="en-US" dirty="0" err="1" smtClean="0"/>
              <a:t>Oplog</a:t>
            </a:r>
            <a:r>
              <a:rPr lang="sr-Cyrl-RS" dirty="0" smtClean="0"/>
              <a:t> омогућава ефикасну асинхрону репликацију са минималним мрежним саобраћајем</a:t>
            </a:r>
          </a:p>
          <a:p>
            <a:r>
              <a:rPr lang="sr-Cyrl-RS" dirty="0" smtClean="0"/>
              <a:t>Аутоматски </a:t>
            </a:r>
            <a:r>
              <a:rPr lang="en-US" dirty="0" smtClean="0"/>
              <a:t>failover</a:t>
            </a:r>
            <a:r>
              <a:rPr lang="sr-Cyrl-RS" dirty="0" smtClean="0"/>
              <a:t> гарантује опоравак у секундама </a:t>
            </a:r>
          </a:p>
          <a:p>
            <a:r>
              <a:rPr lang="sr-Cyrl-RS" dirty="0" smtClean="0"/>
              <a:t>Мо</a:t>
            </a:r>
            <a:r>
              <a:rPr lang="en-US" dirty="0" err="1" smtClean="0"/>
              <a:t>ngoDB</a:t>
            </a:r>
            <a:r>
              <a:rPr lang="en-US" dirty="0" smtClean="0"/>
              <a:t> je </a:t>
            </a:r>
            <a:r>
              <a:rPr lang="sr-Cyrl-RS" dirty="0" smtClean="0"/>
              <a:t>погодан за продукционе системе где су доступност и отпорност критични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102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B41E-FC51-4047-9C2D-7FA6782DA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5603" y="2504303"/>
            <a:ext cx="5707165" cy="1902939"/>
          </a:xfrm>
        </p:spPr>
        <p:txBody>
          <a:bodyPr/>
          <a:lstStyle/>
          <a:p>
            <a:r>
              <a:rPr lang="ru-RU" sz="4800" dirty="0" smtClean="0">
                <a:solidFill>
                  <a:schemeClr val="bg1"/>
                </a:solidFill>
              </a:rPr>
              <a:t>Хвала на пажњи!</a:t>
            </a:r>
            <a:br>
              <a:rPr lang="ru-RU" sz="4800" dirty="0" smtClean="0">
                <a:solidFill>
                  <a:schemeClr val="bg1"/>
                </a:solidFill>
              </a:rPr>
            </a:br>
            <a:r>
              <a:rPr lang="ru-RU" sz="4800" dirty="0">
                <a:solidFill>
                  <a:schemeClr val="bg1"/>
                </a:solidFill>
              </a:rPr>
              <a:t>	 </a:t>
            </a:r>
            <a:r>
              <a:rPr lang="ru-RU" sz="4800" dirty="0" smtClean="0">
                <a:solidFill>
                  <a:schemeClr val="bg1"/>
                </a:solidFill>
              </a:rPr>
              <a:t>     Питања?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17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741836_Beginning of the year procedures_AAS_v5" id="{51CF042C-A21F-4772-ACB5-34142877F475}" vid="{78ABB5F0-5DDF-4844-A82C-FEADF47C5B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83CA34-C6E2-49BA-ACFF-78ADEC0C28F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CB9AE35-8A31-4380-94A6-86E5DFCDD1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0D0EAE-52CD-493E-A174-3A7CD0E9C7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Beginning of the year procedures</Template>
  <TotalTime>0</TotalTime>
  <Words>682</Words>
  <Application>Microsoft Office PowerPoint</Application>
  <PresentationFormat>Widescreen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Wingdings 3</vt:lpstr>
      <vt:lpstr>Ion Boardroom</vt:lpstr>
      <vt:lpstr>PowerPoint Presentation</vt:lpstr>
      <vt:lpstr>Садржај презентације</vt:lpstr>
      <vt:lpstr>Увод – Зашто је  поузданост критича</vt:lpstr>
      <vt:lpstr>Основни концепти</vt:lpstr>
      <vt:lpstr>Архитектура MongoDB-a</vt:lpstr>
      <vt:lpstr>Реплика сет – Структура и Улоге</vt:lpstr>
      <vt:lpstr>Механизми опоравка - Failover</vt:lpstr>
      <vt:lpstr>Rollback Механизам</vt:lpstr>
      <vt:lpstr>Практични експерименти – Конфигурација Replica Set-a</vt:lpstr>
      <vt:lpstr>Практични експерименти – Конфигурација Replica Set-a</vt:lpstr>
      <vt:lpstr>Експеримент 1- Анализа отказа примарног чвора</vt:lpstr>
      <vt:lpstr>Експеримент 1- Анализа отказа примарног чвора</vt:lpstr>
      <vt:lpstr>Експеримент 2 – Rollback механизам</vt:lpstr>
      <vt:lpstr>Експеримент 2 – Rollback механизам</vt:lpstr>
      <vt:lpstr>Експеримент 2 – Rollback механизам</vt:lpstr>
      <vt:lpstr>Закључак</vt:lpstr>
      <vt:lpstr>Хвала на пажњи!        Питања?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2026-03-11T20:28:25Z</dcterms:created>
  <dcterms:modified xsi:type="dcterms:W3CDTF">2026-03-11T22:06:53Z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